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9" r:id="rId6"/>
    <p:sldId id="258" r:id="rId7"/>
    <p:sldId id="263" r:id="rId8"/>
    <p:sldId id="262" r:id="rId9"/>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376323-2816-4C7B-B919-C8A9ADF3B13D}" v="7" dt="2024-06-18T09:28:48.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2" d="100"/>
          <a:sy n="72" d="100"/>
        </p:scale>
        <p:origin x="4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jarte Nysæter Svensen" userId="64e79ec2-7296-4190-b96f-e44990ebf5ec" providerId="ADAL" clId="{84376323-2816-4C7B-B919-C8A9ADF3B13D}"/>
    <pc:docChg chg="undo custSel addSld modSld sldOrd">
      <pc:chgData name="Bjarte Nysæter Svensen" userId="64e79ec2-7296-4190-b96f-e44990ebf5ec" providerId="ADAL" clId="{84376323-2816-4C7B-B919-C8A9ADF3B13D}" dt="2024-06-18T09:39:07.617" v="9128" actId="20577"/>
      <pc:docMkLst>
        <pc:docMk/>
      </pc:docMkLst>
      <pc:sldChg chg="modSp mod">
        <pc:chgData name="Bjarte Nysæter Svensen" userId="64e79ec2-7296-4190-b96f-e44990ebf5ec" providerId="ADAL" clId="{84376323-2816-4C7B-B919-C8A9ADF3B13D}" dt="2024-06-18T07:38:03.471" v="2479" actId="20577"/>
        <pc:sldMkLst>
          <pc:docMk/>
          <pc:sldMk cId="2410857824" sldId="256"/>
        </pc:sldMkLst>
        <pc:spChg chg="mod">
          <ac:chgData name="Bjarte Nysæter Svensen" userId="64e79ec2-7296-4190-b96f-e44990ebf5ec" providerId="ADAL" clId="{84376323-2816-4C7B-B919-C8A9ADF3B13D}" dt="2024-06-18T07:15:47.937" v="1103" actId="14100"/>
          <ac:spMkLst>
            <pc:docMk/>
            <pc:sldMk cId="2410857824" sldId="256"/>
            <ac:spMk id="2" creationId="{F4C02E22-2710-F342-F4E4-0536F2550489}"/>
          </ac:spMkLst>
        </pc:spChg>
        <pc:spChg chg="mod">
          <ac:chgData name="Bjarte Nysæter Svensen" userId="64e79ec2-7296-4190-b96f-e44990ebf5ec" providerId="ADAL" clId="{84376323-2816-4C7B-B919-C8A9ADF3B13D}" dt="2024-06-18T07:38:03.471" v="2479" actId="20577"/>
          <ac:spMkLst>
            <pc:docMk/>
            <pc:sldMk cId="2410857824" sldId="256"/>
            <ac:spMk id="3" creationId="{04F434BF-96B6-AA34-4F6A-D576C649CA3C}"/>
          </ac:spMkLst>
        </pc:spChg>
      </pc:sldChg>
      <pc:sldChg chg="modSp mod">
        <pc:chgData name="Bjarte Nysæter Svensen" userId="64e79ec2-7296-4190-b96f-e44990ebf5ec" providerId="ADAL" clId="{84376323-2816-4C7B-B919-C8A9ADF3B13D}" dt="2024-06-18T09:39:07.617" v="9128" actId="20577"/>
        <pc:sldMkLst>
          <pc:docMk/>
          <pc:sldMk cId="3439492695" sldId="258"/>
        </pc:sldMkLst>
        <pc:spChg chg="mod">
          <ac:chgData name="Bjarte Nysæter Svensen" userId="64e79ec2-7296-4190-b96f-e44990ebf5ec" providerId="ADAL" clId="{84376323-2816-4C7B-B919-C8A9ADF3B13D}" dt="2024-06-18T08:41:44.074" v="5592" actId="20577"/>
          <ac:spMkLst>
            <pc:docMk/>
            <pc:sldMk cId="3439492695" sldId="258"/>
            <ac:spMk id="2" creationId="{20056A46-FDDB-C501-DD15-512CFC430194}"/>
          </ac:spMkLst>
        </pc:spChg>
        <pc:spChg chg="mod">
          <ac:chgData name="Bjarte Nysæter Svensen" userId="64e79ec2-7296-4190-b96f-e44990ebf5ec" providerId="ADAL" clId="{84376323-2816-4C7B-B919-C8A9ADF3B13D}" dt="2024-06-18T09:39:07.617" v="9128" actId="20577"/>
          <ac:spMkLst>
            <pc:docMk/>
            <pc:sldMk cId="3439492695" sldId="258"/>
            <ac:spMk id="3" creationId="{EB255403-D64F-B046-1A04-1A701B477A81}"/>
          </ac:spMkLst>
        </pc:spChg>
      </pc:sldChg>
      <pc:sldChg chg="addSp modSp mod ord">
        <pc:chgData name="Bjarte Nysæter Svensen" userId="64e79ec2-7296-4190-b96f-e44990ebf5ec" providerId="ADAL" clId="{84376323-2816-4C7B-B919-C8A9ADF3B13D}" dt="2024-06-18T08:37:14.195" v="5442" actId="20577"/>
        <pc:sldMkLst>
          <pc:docMk/>
          <pc:sldMk cId="1771982556" sldId="259"/>
        </pc:sldMkLst>
        <pc:spChg chg="mod">
          <ac:chgData name="Bjarte Nysæter Svensen" userId="64e79ec2-7296-4190-b96f-e44990ebf5ec" providerId="ADAL" clId="{84376323-2816-4C7B-B919-C8A9ADF3B13D}" dt="2024-06-18T07:24:28.494" v="1481" actId="20577"/>
          <ac:spMkLst>
            <pc:docMk/>
            <pc:sldMk cId="1771982556" sldId="259"/>
            <ac:spMk id="2" creationId="{10B9728C-B046-50CB-4C27-7DAEF802F597}"/>
          </ac:spMkLst>
        </pc:spChg>
        <pc:spChg chg="mod">
          <ac:chgData name="Bjarte Nysæter Svensen" userId="64e79ec2-7296-4190-b96f-e44990ebf5ec" providerId="ADAL" clId="{84376323-2816-4C7B-B919-C8A9ADF3B13D}" dt="2024-06-18T08:37:14.195" v="5442" actId="20577"/>
          <ac:spMkLst>
            <pc:docMk/>
            <pc:sldMk cId="1771982556" sldId="259"/>
            <ac:spMk id="8" creationId="{0D23BDC8-29AF-60EF-B409-7EAAF099F3CA}"/>
          </ac:spMkLst>
        </pc:spChg>
        <pc:graphicFrameChg chg="mod">
          <ac:chgData name="Bjarte Nysæter Svensen" userId="64e79ec2-7296-4190-b96f-e44990ebf5ec" providerId="ADAL" clId="{84376323-2816-4C7B-B919-C8A9ADF3B13D}" dt="2024-06-18T08:17:54.049" v="4606" actId="478"/>
          <ac:graphicFrameMkLst>
            <pc:docMk/>
            <pc:sldMk cId="1771982556" sldId="259"/>
            <ac:graphicFrameMk id="7" creationId="{8D440769-FDDF-4A46-2B2E-BC04FC3E2709}"/>
          </ac:graphicFrameMkLst>
        </pc:graphicFrameChg>
        <pc:picChg chg="add mod">
          <ac:chgData name="Bjarte Nysæter Svensen" userId="64e79ec2-7296-4190-b96f-e44990ebf5ec" providerId="ADAL" clId="{84376323-2816-4C7B-B919-C8A9ADF3B13D}" dt="2024-06-18T08:19:33.096" v="4611" actId="14100"/>
          <ac:picMkLst>
            <pc:docMk/>
            <pc:sldMk cId="1771982556" sldId="259"/>
            <ac:picMk id="4" creationId="{B7EAB8F9-C6B8-EEB9-0DBE-E3A3C6E6FB18}"/>
          </ac:picMkLst>
        </pc:picChg>
      </pc:sldChg>
      <pc:sldChg chg="modSp mod">
        <pc:chgData name="Bjarte Nysæter Svensen" userId="64e79ec2-7296-4190-b96f-e44990ebf5ec" providerId="ADAL" clId="{84376323-2816-4C7B-B919-C8A9ADF3B13D}" dt="2024-06-18T06:37:59.609" v="841" actId="14100"/>
        <pc:sldMkLst>
          <pc:docMk/>
          <pc:sldMk cId="3186759907" sldId="260"/>
        </pc:sldMkLst>
        <pc:spChg chg="mod">
          <ac:chgData name="Bjarte Nysæter Svensen" userId="64e79ec2-7296-4190-b96f-e44990ebf5ec" providerId="ADAL" clId="{84376323-2816-4C7B-B919-C8A9ADF3B13D}" dt="2024-06-18T06:37:59.609" v="841" actId="14100"/>
          <ac:spMkLst>
            <pc:docMk/>
            <pc:sldMk cId="3186759907" sldId="260"/>
            <ac:spMk id="6" creationId="{7339DB98-DE55-40DB-CF3A-C023CF3F3011}"/>
          </ac:spMkLst>
        </pc:spChg>
      </pc:sldChg>
      <pc:sldChg chg="addSp modSp mod ord">
        <pc:chgData name="Bjarte Nysæter Svensen" userId="64e79ec2-7296-4190-b96f-e44990ebf5ec" providerId="ADAL" clId="{84376323-2816-4C7B-B919-C8A9ADF3B13D}" dt="2024-06-18T08:37:50.449" v="5444"/>
        <pc:sldMkLst>
          <pc:docMk/>
          <pc:sldMk cId="3255236181" sldId="261"/>
        </pc:sldMkLst>
        <pc:spChg chg="mod">
          <ac:chgData name="Bjarte Nysæter Svensen" userId="64e79ec2-7296-4190-b96f-e44990ebf5ec" providerId="ADAL" clId="{84376323-2816-4C7B-B919-C8A9ADF3B13D}" dt="2024-06-18T06:36:58.534" v="839" actId="20577"/>
          <ac:spMkLst>
            <pc:docMk/>
            <pc:sldMk cId="3255236181" sldId="261"/>
            <ac:spMk id="2" creationId="{46D2FCDE-2116-69F5-5823-E773FA10F47B}"/>
          </ac:spMkLst>
        </pc:spChg>
        <pc:spChg chg="add mod">
          <ac:chgData name="Bjarte Nysæter Svensen" userId="64e79ec2-7296-4190-b96f-e44990ebf5ec" providerId="ADAL" clId="{84376323-2816-4C7B-B919-C8A9ADF3B13D}" dt="2024-06-18T07:36:36.921" v="2477" actId="20577"/>
          <ac:spMkLst>
            <pc:docMk/>
            <pc:sldMk cId="3255236181" sldId="261"/>
            <ac:spMk id="5" creationId="{2DE45470-19DD-B090-19E5-A972F09941AB}"/>
          </ac:spMkLst>
        </pc:spChg>
        <pc:graphicFrameChg chg="mod">
          <ac:chgData name="Bjarte Nysæter Svensen" userId="64e79ec2-7296-4190-b96f-e44990ebf5ec" providerId="ADAL" clId="{84376323-2816-4C7B-B919-C8A9ADF3B13D}" dt="2024-06-18T06:28:52.193" v="0" actId="14100"/>
          <ac:graphicFrameMkLst>
            <pc:docMk/>
            <pc:sldMk cId="3255236181" sldId="261"/>
            <ac:graphicFrameMk id="4" creationId="{E58DD70C-CB64-9CDB-CF99-C5FCC27D6219}"/>
          </ac:graphicFrameMkLst>
        </pc:graphicFrameChg>
      </pc:sldChg>
      <pc:sldChg chg="new">
        <pc:chgData name="Bjarte Nysæter Svensen" userId="64e79ec2-7296-4190-b96f-e44990ebf5ec" providerId="ADAL" clId="{84376323-2816-4C7B-B919-C8A9ADF3B13D}" dt="2024-06-18T09:28:29.144" v="7764" actId="680"/>
        <pc:sldMkLst>
          <pc:docMk/>
          <pc:sldMk cId="848008899" sldId="262"/>
        </pc:sldMkLst>
      </pc:sldChg>
      <pc:sldChg chg="modSp mod">
        <pc:chgData name="Bjarte Nysæter Svensen" userId="64e79ec2-7296-4190-b96f-e44990ebf5ec" providerId="ADAL" clId="{84376323-2816-4C7B-B919-C8A9ADF3B13D}" dt="2024-06-18T09:32:18.938" v="8217" actId="20577"/>
        <pc:sldMkLst>
          <pc:docMk/>
          <pc:sldMk cId="1549319289" sldId="263"/>
        </pc:sldMkLst>
        <pc:spChg chg="mod">
          <ac:chgData name="Bjarte Nysæter Svensen" userId="64e79ec2-7296-4190-b96f-e44990ebf5ec" providerId="ADAL" clId="{84376323-2816-4C7B-B919-C8A9ADF3B13D}" dt="2024-06-18T09:29:00.682" v="7781" actId="20577"/>
          <ac:spMkLst>
            <pc:docMk/>
            <pc:sldMk cId="1549319289" sldId="263"/>
            <ac:spMk id="2" creationId="{20056A46-FDDB-C501-DD15-512CFC430194}"/>
          </ac:spMkLst>
        </pc:spChg>
        <pc:spChg chg="mod">
          <ac:chgData name="Bjarte Nysæter Svensen" userId="64e79ec2-7296-4190-b96f-e44990ebf5ec" providerId="ADAL" clId="{84376323-2816-4C7B-B919-C8A9ADF3B13D}" dt="2024-06-18T09:32:18.938" v="8217" actId="20577"/>
          <ac:spMkLst>
            <pc:docMk/>
            <pc:sldMk cId="1549319289" sldId="263"/>
            <ac:spMk id="3" creationId="{EB255403-D64F-B046-1A04-1A701B477A8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6AE6EA-6389-48A3-8BC1-14C265423A47}" type="doc">
      <dgm:prSet loTypeId="urn:microsoft.com/office/officeart/2005/8/layout/cycle8" loCatId="cycle" qsTypeId="urn:microsoft.com/office/officeart/2005/8/quickstyle/simple1" qsCatId="simple" csTypeId="urn:microsoft.com/office/officeart/2005/8/colors/accent1_2" csCatId="accent1" phldr="1"/>
      <dgm:spPr/>
    </dgm:pt>
    <dgm:pt modelId="{0529D635-9D9A-465E-9B94-21D08DE68D05}">
      <dgm:prSet phldrT="[Tekst]"/>
      <dgm:spPr/>
      <dgm:t>
        <a:bodyPr/>
        <a:lstStyle/>
        <a:p>
          <a:r>
            <a:rPr lang="nb-NO" dirty="0"/>
            <a:t>Vedlikehold</a:t>
          </a:r>
        </a:p>
      </dgm:t>
    </dgm:pt>
    <dgm:pt modelId="{5129D8FC-0A98-45CA-8EE1-FBA01F646779}" type="parTrans" cxnId="{966A63BA-36DA-4159-8957-1F66316ED045}">
      <dgm:prSet/>
      <dgm:spPr/>
      <dgm:t>
        <a:bodyPr/>
        <a:lstStyle/>
        <a:p>
          <a:endParaRPr lang="nb-NO"/>
        </a:p>
      </dgm:t>
    </dgm:pt>
    <dgm:pt modelId="{274162C6-941B-40AD-B121-6FDF79F704B9}" type="sibTrans" cxnId="{966A63BA-36DA-4159-8957-1F66316ED045}">
      <dgm:prSet/>
      <dgm:spPr/>
      <dgm:t>
        <a:bodyPr/>
        <a:lstStyle/>
        <a:p>
          <a:endParaRPr lang="nb-NO"/>
        </a:p>
      </dgm:t>
    </dgm:pt>
    <dgm:pt modelId="{FB0ECF19-1A72-4CAB-B5CB-4041750C5EE0}">
      <dgm:prSet phldrT="[Tekst]"/>
      <dgm:spPr/>
      <dgm:t>
        <a:bodyPr/>
        <a:lstStyle/>
        <a:p>
          <a:r>
            <a:rPr lang="nb-NO" dirty="0"/>
            <a:t>Utvikling</a:t>
          </a:r>
        </a:p>
      </dgm:t>
    </dgm:pt>
    <dgm:pt modelId="{36C7C429-DB04-42FA-B059-D59D3D6B9951}" type="parTrans" cxnId="{9018ADD1-61D3-40F4-AC43-EB6836B20A2A}">
      <dgm:prSet/>
      <dgm:spPr/>
      <dgm:t>
        <a:bodyPr/>
        <a:lstStyle/>
        <a:p>
          <a:endParaRPr lang="nb-NO"/>
        </a:p>
      </dgm:t>
    </dgm:pt>
    <dgm:pt modelId="{6E018E84-E90D-444F-9E96-F8F2A1F32A79}" type="sibTrans" cxnId="{9018ADD1-61D3-40F4-AC43-EB6836B20A2A}">
      <dgm:prSet/>
      <dgm:spPr/>
      <dgm:t>
        <a:bodyPr/>
        <a:lstStyle/>
        <a:p>
          <a:endParaRPr lang="nb-NO"/>
        </a:p>
      </dgm:t>
    </dgm:pt>
    <dgm:pt modelId="{3A2EACC3-7F99-45C5-9F5C-DFD716F651C4}">
      <dgm:prSet phldrT="[Tekst]"/>
      <dgm:spPr/>
      <dgm:t>
        <a:bodyPr/>
        <a:lstStyle/>
        <a:p>
          <a:r>
            <a:rPr lang="nb-NO" dirty="0"/>
            <a:t>Drift</a:t>
          </a:r>
        </a:p>
      </dgm:t>
    </dgm:pt>
    <dgm:pt modelId="{506FBAA4-BF30-43B5-BAC3-51C757A06E61}" type="parTrans" cxnId="{402767E4-3585-4BAE-825F-96476323AF95}">
      <dgm:prSet/>
      <dgm:spPr/>
      <dgm:t>
        <a:bodyPr/>
        <a:lstStyle/>
        <a:p>
          <a:endParaRPr lang="nb-NO"/>
        </a:p>
      </dgm:t>
    </dgm:pt>
    <dgm:pt modelId="{A9F56CF5-5890-4B51-A3A1-984354FE4B19}" type="sibTrans" cxnId="{402767E4-3585-4BAE-825F-96476323AF95}">
      <dgm:prSet/>
      <dgm:spPr/>
      <dgm:t>
        <a:bodyPr/>
        <a:lstStyle/>
        <a:p>
          <a:endParaRPr lang="nb-NO"/>
        </a:p>
      </dgm:t>
    </dgm:pt>
    <dgm:pt modelId="{952632C6-E1AA-4D1B-B93C-48ED7CDE9805}" type="pres">
      <dgm:prSet presAssocID="{7E6AE6EA-6389-48A3-8BC1-14C265423A47}" presName="compositeShape" presStyleCnt="0">
        <dgm:presLayoutVars>
          <dgm:chMax val="7"/>
          <dgm:dir/>
          <dgm:resizeHandles val="exact"/>
        </dgm:presLayoutVars>
      </dgm:prSet>
      <dgm:spPr/>
    </dgm:pt>
    <dgm:pt modelId="{AFF1CEE5-89B5-4E39-A83C-32F6642271E6}" type="pres">
      <dgm:prSet presAssocID="{7E6AE6EA-6389-48A3-8BC1-14C265423A47}" presName="wedge1" presStyleLbl="node1" presStyleIdx="0" presStyleCnt="3"/>
      <dgm:spPr/>
    </dgm:pt>
    <dgm:pt modelId="{AF272640-97AE-4927-B3E1-A054F943393F}" type="pres">
      <dgm:prSet presAssocID="{7E6AE6EA-6389-48A3-8BC1-14C265423A47}" presName="dummy1a" presStyleCnt="0"/>
      <dgm:spPr/>
    </dgm:pt>
    <dgm:pt modelId="{2F4ADCCF-2224-4B79-855A-41813DF7C8AC}" type="pres">
      <dgm:prSet presAssocID="{7E6AE6EA-6389-48A3-8BC1-14C265423A47}" presName="dummy1b" presStyleCnt="0"/>
      <dgm:spPr/>
    </dgm:pt>
    <dgm:pt modelId="{16DF207F-68F2-4902-A46B-807522BCA40B}" type="pres">
      <dgm:prSet presAssocID="{7E6AE6EA-6389-48A3-8BC1-14C265423A47}" presName="wedge1Tx" presStyleLbl="node1" presStyleIdx="0" presStyleCnt="3">
        <dgm:presLayoutVars>
          <dgm:chMax val="0"/>
          <dgm:chPref val="0"/>
          <dgm:bulletEnabled val="1"/>
        </dgm:presLayoutVars>
      </dgm:prSet>
      <dgm:spPr/>
    </dgm:pt>
    <dgm:pt modelId="{8CE7A32A-4465-4B49-8DBB-BED3AD910050}" type="pres">
      <dgm:prSet presAssocID="{7E6AE6EA-6389-48A3-8BC1-14C265423A47}" presName="wedge2" presStyleLbl="node1" presStyleIdx="1" presStyleCnt="3"/>
      <dgm:spPr/>
    </dgm:pt>
    <dgm:pt modelId="{45E72610-E19A-433C-9010-892B81AF0B80}" type="pres">
      <dgm:prSet presAssocID="{7E6AE6EA-6389-48A3-8BC1-14C265423A47}" presName="dummy2a" presStyleCnt="0"/>
      <dgm:spPr/>
    </dgm:pt>
    <dgm:pt modelId="{B44D5B1C-BFF7-4469-B7F2-D2E1F3C152E1}" type="pres">
      <dgm:prSet presAssocID="{7E6AE6EA-6389-48A3-8BC1-14C265423A47}" presName="dummy2b" presStyleCnt="0"/>
      <dgm:spPr/>
    </dgm:pt>
    <dgm:pt modelId="{95E29487-00A5-437C-8094-F724B8E6ADF1}" type="pres">
      <dgm:prSet presAssocID="{7E6AE6EA-6389-48A3-8BC1-14C265423A47}" presName="wedge2Tx" presStyleLbl="node1" presStyleIdx="1" presStyleCnt="3">
        <dgm:presLayoutVars>
          <dgm:chMax val="0"/>
          <dgm:chPref val="0"/>
          <dgm:bulletEnabled val="1"/>
        </dgm:presLayoutVars>
      </dgm:prSet>
      <dgm:spPr/>
    </dgm:pt>
    <dgm:pt modelId="{689E8292-6BBE-4A64-A47A-B5BB2ADD8B95}" type="pres">
      <dgm:prSet presAssocID="{7E6AE6EA-6389-48A3-8BC1-14C265423A47}" presName="wedge3" presStyleLbl="node1" presStyleIdx="2" presStyleCnt="3"/>
      <dgm:spPr/>
    </dgm:pt>
    <dgm:pt modelId="{A4F6B92F-6361-4980-B910-B47B29C071A0}" type="pres">
      <dgm:prSet presAssocID="{7E6AE6EA-6389-48A3-8BC1-14C265423A47}" presName="dummy3a" presStyleCnt="0"/>
      <dgm:spPr/>
    </dgm:pt>
    <dgm:pt modelId="{CAE4F522-640B-4AD1-B27B-A591464E97F4}" type="pres">
      <dgm:prSet presAssocID="{7E6AE6EA-6389-48A3-8BC1-14C265423A47}" presName="dummy3b" presStyleCnt="0"/>
      <dgm:spPr/>
    </dgm:pt>
    <dgm:pt modelId="{FC9865A8-8CBF-4D7A-B458-8392633AF0E6}" type="pres">
      <dgm:prSet presAssocID="{7E6AE6EA-6389-48A3-8BC1-14C265423A47}" presName="wedge3Tx" presStyleLbl="node1" presStyleIdx="2" presStyleCnt="3">
        <dgm:presLayoutVars>
          <dgm:chMax val="0"/>
          <dgm:chPref val="0"/>
          <dgm:bulletEnabled val="1"/>
        </dgm:presLayoutVars>
      </dgm:prSet>
      <dgm:spPr/>
    </dgm:pt>
    <dgm:pt modelId="{7947B91A-659C-4EF5-BEF3-09CC0713E817}" type="pres">
      <dgm:prSet presAssocID="{274162C6-941B-40AD-B121-6FDF79F704B9}" presName="arrowWedge1" presStyleLbl="fgSibTrans2D1" presStyleIdx="0" presStyleCnt="3"/>
      <dgm:spPr/>
    </dgm:pt>
    <dgm:pt modelId="{F8CDE6BA-D62B-44A1-A51A-14D3985CB31C}" type="pres">
      <dgm:prSet presAssocID="{6E018E84-E90D-444F-9E96-F8F2A1F32A79}" presName="arrowWedge2" presStyleLbl="fgSibTrans2D1" presStyleIdx="1" presStyleCnt="3"/>
      <dgm:spPr/>
    </dgm:pt>
    <dgm:pt modelId="{C5BE3BBB-7E72-441D-B154-219D1476D7B7}" type="pres">
      <dgm:prSet presAssocID="{A9F56CF5-5890-4B51-A3A1-984354FE4B19}" presName="arrowWedge3" presStyleLbl="fgSibTrans2D1" presStyleIdx="2" presStyleCnt="3"/>
      <dgm:spPr/>
    </dgm:pt>
  </dgm:ptLst>
  <dgm:cxnLst>
    <dgm:cxn modelId="{1A96711F-9B65-4D96-8AFF-629D720AE761}" type="presOf" srcId="{3A2EACC3-7F99-45C5-9F5C-DFD716F651C4}" destId="{689E8292-6BBE-4A64-A47A-B5BB2ADD8B95}" srcOrd="0" destOrd="0" presId="urn:microsoft.com/office/officeart/2005/8/layout/cycle8"/>
    <dgm:cxn modelId="{24BF6D46-E520-4761-86AE-FA415E1DFC55}" type="presOf" srcId="{FB0ECF19-1A72-4CAB-B5CB-4041750C5EE0}" destId="{8CE7A32A-4465-4B49-8DBB-BED3AD910050}" srcOrd="0" destOrd="0" presId="urn:microsoft.com/office/officeart/2005/8/layout/cycle8"/>
    <dgm:cxn modelId="{3114EF72-5945-4F65-94DC-2EAC46C3079B}" type="presOf" srcId="{0529D635-9D9A-465E-9B94-21D08DE68D05}" destId="{AFF1CEE5-89B5-4E39-A83C-32F6642271E6}" srcOrd="0" destOrd="0" presId="urn:microsoft.com/office/officeart/2005/8/layout/cycle8"/>
    <dgm:cxn modelId="{C6269E58-4FF8-462E-B3AA-B19E44DE68C7}" type="presOf" srcId="{7E6AE6EA-6389-48A3-8BC1-14C265423A47}" destId="{952632C6-E1AA-4D1B-B93C-48ED7CDE9805}" srcOrd="0" destOrd="0" presId="urn:microsoft.com/office/officeart/2005/8/layout/cycle8"/>
    <dgm:cxn modelId="{E2E7D2B8-7E5D-4A9C-9656-E71534A04A2B}" type="presOf" srcId="{0529D635-9D9A-465E-9B94-21D08DE68D05}" destId="{16DF207F-68F2-4902-A46B-807522BCA40B}" srcOrd="1" destOrd="0" presId="urn:microsoft.com/office/officeart/2005/8/layout/cycle8"/>
    <dgm:cxn modelId="{966A63BA-36DA-4159-8957-1F66316ED045}" srcId="{7E6AE6EA-6389-48A3-8BC1-14C265423A47}" destId="{0529D635-9D9A-465E-9B94-21D08DE68D05}" srcOrd="0" destOrd="0" parTransId="{5129D8FC-0A98-45CA-8EE1-FBA01F646779}" sibTransId="{274162C6-941B-40AD-B121-6FDF79F704B9}"/>
    <dgm:cxn modelId="{85F2B5BA-65EB-481B-A465-098BFD123D33}" type="presOf" srcId="{3A2EACC3-7F99-45C5-9F5C-DFD716F651C4}" destId="{FC9865A8-8CBF-4D7A-B458-8392633AF0E6}" srcOrd="1" destOrd="0" presId="urn:microsoft.com/office/officeart/2005/8/layout/cycle8"/>
    <dgm:cxn modelId="{D6AF7BC5-DBA7-4125-9496-E01C4BBD3ABE}" type="presOf" srcId="{FB0ECF19-1A72-4CAB-B5CB-4041750C5EE0}" destId="{95E29487-00A5-437C-8094-F724B8E6ADF1}" srcOrd="1" destOrd="0" presId="urn:microsoft.com/office/officeart/2005/8/layout/cycle8"/>
    <dgm:cxn modelId="{9018ADD1-61D3-40F4-AC43-EB6836B20A2A}" srcId="{7E6AE6EA-6389-48A3-8BC1-14C265423A47}" destId="{FB0ECF19-1A72-4CAB-B5CB-4041750C5EE0}" srcOrd="1" destOrd="0" parTransId="{36C7C429-DB04-42FA-B059-D59D3D6B9951}" sibTransId="{6E018E84-E90D-444F-9E96-F8F2A1F32A79}"/>
    <dgm:cxn modelId="{402767E4-3585-4BAE-825F-96476323AF95}" srcId="{7E6AE6EA-6389-48A3-8BC1-14C265423A47}" destId="{3A2EACC3-7F99-45C5-9F5C-DFD716F651C4}" srcOrd="2" destOrd="0" parTransId="{506FBAA4-BF30-43B5-BAC3-51C757A06E61}" sibTransId="{A9F56CF5-5890-4B51-A3A1-984354FE4B19}"/>
    <dgm:cxn modelId="{796976AB-24A3-42DA-982D-09E4BE224A07}" type="presParOf" srcId="{952632C6-E1AA-4D1B-B93C-48ED7CDE9805}" destId="{AFF1CEE5-89B5-4E39-A83C-32F6642271E6}" srcOrd="0" destOrd="0" presId="urn:microsoft.com/office/officeart/2005/8/layout/cycle8"/>
    <dgm:cxn modelId="{061EE226-DC24-4FDF-953A-F2CBE991A487}" type="presParOf" srcId="{952632C6-E1AA-4D1B-B93C-48ED7CDE9805}" destId="{AF272640-97AE-4927-B3E1-A054F943393F}" srcOrd="1" destOrd="0" presId="urn:microsoft.com/office/officeart/2005/8/layout/cycle8"/>
    <dgm:cxn modelId="{D8B4B5D5-6645-4903-8B3A-6D14F1652A62}" type="presParOf" srcId="{952632C6-E1AA-4D1B-B93C-48ED7CDE9805}" destId="{2F4ADCCF-2224-4B79-855A-41813DF7C8AC}" srcOrd="2" destOrd="0" presId="urn:microsoft.com/office/officeart/2005/8/layout/cycle8"/>
    <dgm:cxn modelId="{620D6EF6-7406-4E10-94E4-7612265844A3}" type="presParOf" srcId="{952632C6-E1AA-4D1B-B93C-48ED7CDE9805}" destId="{16DF207F-68F2-4902-A46B-807522BCA40B}" srcOrd="3" destOrd="0" presId="urn:microsoft.com/office/officeart/2005/8/layout/cycle8"/>
    <dgm:cxn modelId="{129EC567-80F0-403E-BDFB-BD5621C5B0D6}" type="presParOf" srcId="{952632C6-E1AA-4D1B-B93C-48ED7CDE9805}" destId="{8CE7A32A-4465-4B49-8DBB-BED3AD910050}" srcOrd="4" destOrd="0" presId="urn:microsoft.com/office/officeart/2005/8/layout/cycle8"/>
    <dgm:cxn modelId="{12F4F646-00A5-4458-B423-373BFFB23650}" type="presParOf" srcId="{952632C6-E1AA-4D1B-B93C-48ED7CDE9805}" destId="{45E72610-E19A-433C-9010-892B81AF0B80}" srcOrd="5" destOrd="0" presId="urn:microsoft.com/office/officeart/2005/8/layout/cycle8"/>
    <dgm:cxn modelId="{D2399320-5E17-47FE-88B2-1870FCE9A716}" type="presParOf" srcId="{952632C6-E1AA-4D1B-B93C-48ED7CDE9805}" destId="{B44D5B1C-BFF7-4469-B7F2-D2E1F3C152E1}" srcOrd="6" destOrd="0" presId="urn:microsoft.com/office/officeart/2005/8/layout/cycle8"/>
    <dgm:cxn modelId="{E981D7FD-3744-4F6E-B7AC-66DC2509155D}" type="presParOf" srcId="{952632C6-E1AA-4D1B-B93C-48ED7CDE9805}" destId="{95E29487-00A5-437C-8094-F724B8E6ADF1}" srcOrd="7" destOrd="0" presId="urn:microsoft.com/office/officeart/2005/8/layout/cycle8"/>
    <dgm:cxn modelId="{5CB655E1-BC1A-4AAC-BE5D-127B5F77FFD6}" type="presParOf" srcId="{952632C6-E1AA-4D1B-B93C-48ED7CDE9805}" destId="{689E8292-6BBE-4A64-A47A-B5BB2ADD8B95}" srcOrd="8" destOrd="0" presId="urn:microsoft.com/office/officeart/2005/8/layout/cycle8"/>
    <dgm:cxn modelId="{D30105B8-C133-4B18-986E-B9F354B5ECB4}" type="presParOf" srcId="{952632C6-E1AA-4D1B-B93C-48ED7CDE9805}" destId="{A4F6B92F-6361-4980-B910-B47B29C071A0}" srcOrd="9" destOrd="0" presId="urn:microsoft.com/office/officeart/2005/8/layout/cycle8"/>
    <dgm:cxn modelId="{00B85070-D4E3-4659-B926-FCAC1E875EA6}" type="presParOf" srcId="{952632C6-E1AA-4D1B-B93C-48ED7CDE9805}" destId="{CAE4F522-640B-4AD1-B27B-A591464E97F4}" srcOrd="10" destOrd="0" presId="urn:microsoft.com/office/officeart/2005/8/layout/cycle8"/>
    <dgm:cxn modelId="{4BA0A818-9A29-4BAF-A32D-A4DB92A4C53A}" type="presParOf" srcId="{952632C6-E1AA-4D1B-B93C-48ED7CDE9805}" destId="{FC9865A8-8CBF-4D7A-B458-8392633AF0E6}" srcOrd="11" destOrd="0" presId="urn:microsoft.com/office/officeart/2005/8/layout/cycle8"/>
    <dgm:cxn modelId="{52321725-1543-4EED-B4B3-37019B331A98}" type="presParOf" srcId="{952632C6-E1AA-4D1B-B93C-48ED7CDE9805}" destId="{7947B91A-659C-4EF5-BEF3-09CC0713E817}" srcOrd="12" destOrd="0" presId="urn:microsoft.com/office/officeart/2005/8/layout/cycle8"/>
    <dgm:cxn modelId="{990E0D61-9A22-4883-AF51-064C1957EC91}" type="presParOf" srcId="{952632C6-E1AA-4D1B-B93C-48ED7CDE9805}" destId="{F8CDE6BA-D62B-44A1-A51A-14D3985CB31C}" srcOrd="13" destOrd="0" presId="urn:microsoft.com/office/officeart/2005/8/layout/cycle8"/>
    <dgm:cxn modelId="{2726B408-1856-49C8-913C-590EDF3FA91A}" type="presParOf" srcId="{952632C6-E1AA-4D1B-B93C-48ED7CDE9805}" destId="{C5BE3BBB-7E72-441D-B154-219D1476D7B7}"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76B404-2D21-4702-AD21-2C219E510800}" type="doc">
      <dgm:prSet loTypeId="urn:microsoft.com/office/officeart/2005/8/layout/pyramid2" loCatId="pyramid" qsTypeId="urn:microsoft.com/office/officeart/2005/8/quickstyle/simple1" qsCatId="simple" csTypeId="urn:microsoft.com/office/officeart/2005/8/colors/accent1_2" csCatId="accent1" phldr="1"/>
      <dgm:spPr/>
    </dgm:pt>
    <dgm:pt modelId="{F02DA7D1-F934-4002-AB8A-11CC45AF36F5}">
      <dgm:prSet phldrT="[Tekst]" custT="1"/>
      <dgm:spPr/>
      <dgm:t>
        <a:bodyPr/>
        <a:lstStyle/>
        <a:p>
          <a:r>
            <a:rPr lang="nb-NO" sz="2600" dirty="0"/>
            <a:t>Årsabonnement 349,-</a:t>
          </a:r>
        </a:p>
        <a:p>
          <a:r>
            <a:rPr lang="nb-NO" sz="2000" i="1" dirty="0"/>
            <a:t>(kr.29,- per </a:t>
          </a:r>
          <a:r>
            <a:rPr lang="nb-NO" sz="2000" i="1" dirty="0" err="1"/>
            <a:t>mnd</a:t>
          </a:r>
          <a:r>
            <a:rPr lang="nb-NO" sz="2000" i="1" dirty="0"/>
            <a:t>)</a:t>
          </a:r>
        </a:p>
      </dgm:t>
    </dgm:pt>
    <dgm:pt modelId="{8AFC8206-870C-43CB-9EB9-B6CFC421AF84}" type="parTrans" cxnId="{0443679F-FD6B-4BD9-A24F-78CB89C6D4A8}">
      <dgm:prSet/>
      <dgm:spPr/>
      <dgm:t>
        <a:bodyPr/>
        <a:lstStyle/>
        <a:p>
          <a:endParaRPr lang="nb-NO"/>
        </a:p>
      </dgm:t>
    </dgm:pt>
    <dgm:pt modelId="{9BB3B50B-179B-4983-96C3-B5D7B1D923F6}" type="sibTrans" cxnId="{0443679F-FD6B-4BD9-A24F-78CB89C6D4A8}">
      <dgm:prSet/>
      <dgm:spPr/>
      <dgm:t>
        <a:bodyPr/>
        <a:lstStyle/>
        <a:p>
          <a:endParaRPr lang="nb-NO"/>
        </a:p>
      </dgm:t>
    </dgm:pt>
    <dgm:pt modelId="{3A28307A-E717-46EA-8A12-E4EACDCCB41B}">
      <dgm:prSet phldrT="[Tekst]" custT="1"/>
      <dgm:spPr/>
      <dgm:t>
        <a:bodyPr/>
        <a:lstStyle/>
        <a:p>
          <a:r>
            <a:rPr lang="nb-NO" sz="2200" dirty="0"/>
            <a:t>Halvårsabonnement 234,-</a:t>
          </a:r>
        </a:p>
        <a:p>
          <a:r>
            <a:rPr lang="nb-NO" sz="2000" i="1" dirty="0"/>
            <a:t>(kr. 39 per mnd.)</a:t>
          </a:r>
        </a:p>
      </dgm:t>
    </dgm:pt>
    <dgm:pt modelId="{EFDBE726-842A-46A4-96D7-0562AB4AA9A1}" type="parTrans" cxnId="{479A4FFC-A3C4-4502-AC54-6B4F610B723B}">
      <dgm:prSet/>
      <dgm:spPr/>
      <dgm:t>
        <a:bodyPr/>
        <a:lstStyle/>
        <a:p>
          <a:endParaRPr lang="nb-NO"/>
        </a:p>
      </dgm:t>
    </dgm:pt>
    <dgm:pt modelId="{E7544561-D769-46AC-B10F-5442C5912CFA}" type="sibTrans" cxnId="{479A4FFC-A3C4-4502-AC54-6B4F610B723B}">
      <dgm:prSet/>
      <dgm:spPr/>
      <dgm:t>
        <a:bodyPr/>
        <a:lstStyle/>
        <a:p>
          <a:endParaRPr lang="nb-NO"/>
        </a:p>
      </dgm:t>
    </dgm:pt>
    <dgm:pt modelId="{599ED916-63A1-481C-BEAE-5F80D80D2487}">
      <dgm:prSet phldrT="[Tekst]"/>
      <dgm:spPr/>
      <dgm:t>
        <a:bodyPr/>
        <a:lstStyle/>
        <a:p>
          <a:r>
            <a:rPr lang="nb-NO" dirty="0"/>
            <a:t>Månedsabonnement </a:t>
          </a:r>
        </a:p>
        <a:p>
          <a:r>
            <a:rPr lang="nb-NO" i="1" dirty="0"/>
            <a:t>Kr. 49 per mnd.</a:t>
          </a:r>
        </a:p>
      </dgm:t>
    </dgm:pt>
    <dgm:pt modelId="{E5264CE4-4202-4908-8EDD-7392C61B34AB}" type="parTrans" cxnId="{47534F5D-9E77-4C4D-B375-2193D77E5873}">
      <dgm:prSet/>
      <dgm:spPr/>
      <dgm:t>
        <a:bodyPr/>
        <a:lstStyle/>
        <a:p>
          <a:endParaRPr lang="nb-NO"/>
        </a:p>
      </dgm:t>
    </dgm:pt>
    <dgm:pt modelId="{AB265EDF-78E6-48CC-AA61-B7F88D222F33}" type="sibTrans" cxnId="{47534F5D-9E77-4C4D-B375-2193D77E5873}">
      <dgm:prSet/>
      <dgm:spPr/>
      <dgm:t>
        <a:bodyPr/>
        <a:lstStyle/>
        <a:p>
          <a:endParaRPr lang="nb-NO"/>
        </a:p>
      </dgm:t>
    </dgm:pt>
    <dgm:pt modelId="{12545FF2-85AE-4BE4-A111-3801741BFD3F}" type="pres">
      <dgm:prSet presAssocID="{6276B404-2D21-4702-AD21-2C219E510800}" presName="compositeShape" presStyleCnt="0">
        <dgm:presLayoutVars>
          <dgm:dir/>
          <dgm:resizeHandles/>
        </dgm:presLayoutVars>
      </dgm:prSet>
      <dgm:spPr/>
    </dgm:pt>
    <dgm:pt modelId="{0BCF35C9-4B3C-4923-ADA3-DA9BB0E8438D}" type="pres">
      <dgm:prSet presAssocID="{6276B404-2D21-4702-AD21-2C219E510800}" presName="pyramid" presStyleLbl="node1" presStyleIdx="0" presStyleCnt="1" custScaleX="79411" custScaleY="78887"/>
      <dgm:spPr/>
    </dgm:pt>
    <dgm:pt modelId="{BF58E7FF-844A-4FD5-8643-3F460F06A976}" type="pres">
      <dgm:prSet presAssocID="{6276B404-2D21-4702-AD21-2C219E510800}" presName="theList" presStyleCnt="0"/>
      <dgm:spPr/>
    </dgm:pt>
    <dgm:pt modelId="{772BD692-BD88-4761-92DE-7BFE7CAB1001}" type="pres">
      <dgm:prSet presAssocID="{F02DA7D1-F934-4002-AB8A-11CC45AF36F5}" presName="aNode" presStyleLbl="fgAcc1" presStyleIdx="0" presStyleCnt="3">
        <dgm:presLayoutVars>
          <dgm:bulletEnabled val="1"/>
        </dgm:presLayoutVars>
      </dgm:prSet>
      <dgm:spPr/>
    </dgm:pt>
    <dgm:pt modelId="{B72DD7F9-FD73-48CD-BF52-30B0C5CC5B04}" type="pres">
      <dgm:prSet presAssocID="{F02DA7D1-F934-4002-AB8A-11CC45AF36F5}" presName="aSpace" presStyleCnt="0"/>
      <dgm:spPr/>
    </dgm:pt>
    <dgm:pt modelId="{34E2D237-459F-4139-B1E7-7E0ABD30095A}" type="pres">
      <dgm:prSet presAssocID="{3A28307A-E717-46EA-8A12-E4EACDCCB41B}" presName="aNode" presStyleLbl="fgAcc1" presStyleIdx="1" presStyleCnt="3">
        <dgm:presLayoutVars>
          <dgm:bulletEnabled val="1"/>
        </dgm:presLayoutVars>
      </dgm:prSet>
      <dgm:spPr/>
    </dgm:pt>
    <dgm:pt modelId="{DE4E2D1A-2053-4ABD-9846-AB5BD98147B4}" type="pres">
      <dgm:prSet presAssocID="{3A28307A-E717-46EA-8A12-E4EACDCCB41B}" presName="aSpace" presStyleCnt="0"/>
      <dgm:spPr/>
    </dgm:pt>
    <dgm:pt modelId="{9F003943-2E7B-46F9-ABA8-C3CDDF2C32A1}" type="pres">
      <dgm:prSet presAssocID="{599ED916-63A1-481C-BEAE-5F80D80D2487}" presName="aNode" presStyleLbl="fgAcc1" presStyleIdx="2" presStyleCnt="3">
        <dgm:presLayoutVars>
          <dgm:bulletEnabled val="1"/>
        </dgm:presLayoutVars>
      </dgm:prSet>
      <dgm:spPr/>
    </dgm:pt>
    <dgm:pt modelId="{3DE295CF-A3F1-4F86-87A2-8286C072A803}" type="pres">
      <dgm:prSet presAssocID="{599ED916-63A1-481C-BEAE-5F80D80D2487}" presName="aSpace" presStyleCnt="0"/>
      <dgm:spPr/>
    </dgm:pt>
  </dgm:ptLst>
  <dgm:cxnLst>
    <dgm:cxn modelId="{9FE0962C-416D-412B-B318-4577B30E85BB}" type="presOf" srcId="{3A28307A-E717-46EA-8A12-E4EACDCCB41B}" destId="{34E2D237-459F-4139-B1E7-7E0ABD30095A}" srcOrd="0" destOrd="0" presId="urn:microsoft.com/office/officeart/2005/8/layout/pyramid2"/>
    <dgm:cxn modelId="{BF68FD3B-D629-4AD7-8D02-FE86769E2B65}" type="presOf" srcId="{599ED916-63A1-481C-BEAE-5F80D80D2487}" destId="{9F003943-2E7B-46F9-ABA8-C3CDDF2C32A1}" srcOrd="0" destOrd="0" presId="urn:microsoft.com/office/officeart/2005/8/layout/pyramid2"/>
    <dgm:cxn modelId="{A7640840-2357-4461-8B3C-55CBCEA90CF7}" type="presOf" srcId="{F02DA7D1-F934-4002-AB8A-11CC45AF36F5}" destId="{772BD692-BD88-4761-92DE-7BFE7CAB1001}" srcOrd="0" destOrd="0" presId="urn:microsoft.com/office/officeart/2005/8/layout/pyramid2"/>
    <dgm:cxn modelId="{47534F5D-9E77-4C4D-B375-2193D77E5873}" srcId="{6276B404-2D21-4702-AD21-2C219E510800}" destId="{599ED916-63A1-481C-BEAE-5F80D80D2487}" srcOrd="2" destOrd="0" parTransId="{E5264CE4-4202-4908-8EDD-7392C61B34AB}" sibTransId="{AB265EDF-78E6-48CC-AA61-B7F88D222F33}"/>
    <dgm:cxn modelId="{AE2B596D-3157-40BE-9342-A385A9535BA0}" type="presOf" srcId="{6276B404-2D21-4702-AD21-2C219E510800}" destId="{12545FF2-85AE-4BE4-A111-3801741BFD3F}" srcOrd="0" destOrd="0" presId="urn:microsoft.com/office/officeart/2005/8/layout/pyramid2"/>
    <dgm:cxn modelId="{0443679F-FD6B-4BD9-A24F-78CB89C6D4A8}" srcId="{6276B404-2D21-4702-AD21-2C219E510800}" destId="{F02DA7D1-F934-4002-AB8A-11CC45AF36F5}" srcOrd="0" destOrd="0" parTransId="{8AFC8206-870C-43CB-9EB9-B6CFC421AF84}" sibTransId="{9BB3B50B-179B-4983-96C3-B5D7B1D923F6}"/>
    <dgm:cxn modelId="{479A4FFC-A3C4-4502-AC54-6B4F610B723B}" srcId="{6276B404-2D21-4702-AD21-2C219E510800}" destId="{3A28307A-E717-46EA-8A12-E4EACDCCB41B}" srcOrd="1" destOrd="0" parTransId="{EFDBE726-842A-46A4-96D7-0562AB4AA9A1}" sibTransId="{E7544561-D769-46AC-B10F-5442C5912CFA}"/>
    <dgm:cxn modelId="{A4F09E8B-59BC-4D0B-B8C6-56F167416D6B}" type="presParOf" srcId="{12545FF2-85AE-4BE4-A111-3801741BFD3F}" destId="{0BCF35C9-4B3C-4923-ADA3-DA9BB0E8438D}" srcOrd="0" destOrd="0" presId="urn:microsoft.com/office/officeart/2005/8/layout/pyramid2"/>
    <dgm:cxn modelId="{34C9824C-8B22-41C1-9ECB-156A3D0ECF77}" type="presParOf" srcId="{12545FF2-85AE-4BE4-A111-3801741BFD3F}" destId="{BF58E7FF-844A-4FD5-8643-3F460F06A976}" srcOrd="1" destOrd="0" presId="urn:microsoft.com/office/officeart/2005/8/layout/pyramid2"/>
    <dgm:cxn modelId="{B8B78665-234A-4470-B763-E96570DED7E3}" type="presParOf" srcId="{BF58E7FF-844A-4FD5-8643-3F460F06A976}" destId="{772BD692-BD88-4761-92DE-7BFE7CAB1001}" srcOrd="0" destOrd="0" presId="urn:microsoft.com/office/officeart/2005/8/layout/pyramid2"/>
    <dgm:cxn modelId="{6615A1F4-AD59-4A9C-B5FD-2A764613410F}" type="presParOf" srcId="{BF58E7FF-844A-4FD5-8643-3F460F06A976}" destId="{B72DD7F9-FD73-48CD-BF52-30B0C5CC5B04}" srcOrd="1" destOrd="0" presId="urn:microsoft.com/office/officeart/2005/8/layout/pyramid2"/>
    <dgm:cxn modelId="{24EAD7D7-0ACE-4419-9D8F-D1008FB2B595}" type="presParOf" srcId="{BF58E7FF-844A-4FD5-8643-3F460F06A976}" destId="{34E2D237-459F-4139-B1E7-7E0ABD30095A}" srcOrd="2" destOrd="0" presId="urn:microsoft.com/office/officeart/2005/8/layout/pyramid2"/>
    <dgm:cxn modelId="{E191B7B6-ADC3-4211-87E0-540FCE440FA0}" type="presParOf" srcId="{BF58E7FF-844A-4FD5-8643-3F460F06A976}" destId="{DE4E2D1A-2053-4ABD-9846-AB5BD98147B4}" srcOrd="3" destOrd="0" presId="urn:microsoft.com/office/officeart/2005/8/layout/pyramid2"/>
    <dgm:cxn modelId="{5F651E0C-F5DA-489A-987E-B7F5268A9304}" type="presParOf" srcId="{BF58E7FF-844A-4FD5-8643-3F460F06A976}" destId="{9F003943-2E7B-46F9-ABA8-C3CDDF2C32A1}" srcOrd="4" destOrd="0" presId="urn:microsoft.com/office/officeart/2005/8/layout/pyramid2"/>
    <dgm:cxn modelId="{2BF30B21-81AD-4031-BDC9-CC654F368561}" type="presParOf" srcId="{BF58E7FF-844A-4FD5-8643-3F460F06A976}" destId="{3DE295CF-A3F1-4F86-87A2-8286C072A803}"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6D7178-C3E7-4D47-9641-0A5A27924DCD}" type="doc">
      <dgm:prSet loTypeId="urn:microsoft.com/office/officeart/2005/8/layout/gear1" loCatId="process" qsTypeId="urn:microsoft.com/office/officeart/2005/8/quickstyle/simple1" qsCatId="simple" csTypeId="urn:microsoft.com/office/officeart/2005/8/colors/accent1_2" csCatId="accent1" phldr="1"/>
      <dgm:spPr/>
    </dgm:pt>
    <dgm:pt modelId="{EC5D5FF3-15B5-46FF-A50F-FFA3B0D7207B}">
      <dgm:prSet phldrT="[Tekst]"/>
      <dgm:spPr/>
      <dgm:t>
        <a:bodyPr/>
        <a:lstStyle/>
        <a:p>
          <a:r>
            <a:rPr lang="nb-NO" dirty="0"/>
            <a:t>Mitt hjem oppdatert</a:t>
          </a:r>
        </a:p>
      </dgm:t>
    </dgm:pt>
    <dgm:pt modelId="{491DAFCD-1596-4D35-9931-C0EB4CEEF290}" type="parTrans" cxnId="{5FCFBF6D-E0F3-456D-9F16-5C7202C2AF33}">
      <dgm:prSet/>
      <dgm:spPr/>
      <dgm:t>
        <a:bodyPr/>
        <a:lstStyle/>
        <a:p>
          <a:endParaRPr lang="nb-NO"/>
        </a:p>
      </dgm:t>
    </dgm:pt>
    <dgm:pt modelId="{5DFB9730-FB6B-45D4-9750-2C79F1993925}" type="sibTrans" cxnId="{5FCFBF6D-E0F3-456D-9F16-5C7202C2AF33}">
      <dgm:prSet/>
      <dgm:spPr/>
      <dgm:t>
        <a:bodyPr/>
        <a:lstStyle/>
        <a:p>
          <a:endParaRPr lang="nb-NO"/>
        </a:p>
      </dgm:t>
    </dgm:pt>
    <dgm:pt modelId="{0052A9D7-1681-4650-A945-B5245944738E}">
      <dgm:prSet phldrT="[Tekst]"/>
      <dgm:spPr/>
      <dgm:t>
        <a:bodyPr/>
        <a:lstStyle/>
        <a:p>
          <a:r>
            <a:rPr lang="nb-NO" dirty="0"/>
            <a:t>Mitt prosjekt</a:t>
          </a:r>
        </a:p>
      </dgm:t>
    </dgm:pt>
    <dgm:pt modelId="{7D85036A-CE7E-45C0-A9D2-0342BA667048}" type="parTrans" cxnId="{ABF98109-024C-467F-9D7A-5C1DEAE134E7}">
      <dgm:prSet/>
      <dgm:spPr/>
      <dgm:t>
        <a:bodyPr/>
        <a:lstStyle/>
        <a:p>
          <a:endParaRPr lang="nb-NO"/>
        </a:p>
      </dgm:t>
    </dgm:pt>
    <dgm:pt modelId="{107EF03F-3D30-48C7-8CF7-F97BF922E20D}" type="sibTrans" cxnId="{ABF98109-024C-467F-9D7A-5C1DEAE134E7}">
      <dgm:prSet/>
      <dgm:spPr/>
      <dgm:t>
        <a:bodyPr/>
        <a:lstStyle/>
        <a:p>
          <a:endParaRPr lang="nb-NO"/>
        </a:p>
      </dgm:t>
    </dgm:pt>
    <dgm:pt modelId="{24AD7172-C0CF-40CD-A151-D157C478CA1C}">
      <dgm:prSet phldrT="[Tekst]"/>
      <dgm:spPr/>
      <dgm:t>
        <a:bodyPr/>
        <a:lstStyle/>
        <a:p>
          <a:r>
            <a:rPr lang="nb-NO" dirty="0"/>
            <a:t>Mitt hjem</a:t>
          </a:r>
        </a:p>
      </dgm:t>
    </dgm:pt>
    <dgm:pt modelId="{BFED58D2-13E4-40A1-950A-DC7C3C8FBF74}" type="parTrans" cxnId="{5DEBAE93-906D-4F27-994D-F26A0B49795B}">
      <dgm:prSet/>
      <dgm:spPr/>
      <dgm:t>
        <a:bodyPr/>
        <a:lstStyle/>
        <a:p>
          <a:endParaRPr lang="nb-NO"/>
        </a:p>
      </dgm:t>
    </dgm:pt>
    <dgm:pt modelId="{F392013C-EEE3-4624-A00F-9092CF25E0EE}" type="sibTrans" cxnId="{5DEBAE93-906D-4F27-994D-F26A0B49795B}">
      <dgm:prSet/>
      <dgm:spPr/>
      <dgm:t>
        <a:bodyPr/>
        <a:lstStyle/>
        <a:p>
          <a:endParaRPr lang="nb-NO"/>
        </a:p>
      </dgm:t>
    </dgm:pt>
    <dgm:pt modelId="{0E106D90-EA40-417B-AE1B-590FC6FDC8B0}" type="pres">
      <dgm:prSet presAssocID="{F16D7178-C3E7-4D47-9641-0A5A27924DCD}" presName="composite" presStyleCnt="0">
        <dgm:presLayoutVars>
          <dgm:chMax val="3"/>
          <dgm:animLvl val="lvl"/>
          <dgm:resizeHandles val="exact"/>
        </dgm:presLayoutVars>
      </dgm:prSet>
      <dgm:spPr/>
    </dgm:pt>
    <dgm:pt modelId="{BD15961E-6AC0-4FD9-B7A7-4E8BC7DFEB31}" type="pres">
      <dgm:prSet presAssocID="{EC5D5FF3-15B5-46FF-A50F-FFA3B0D7207B}" presName="gear1" presStyleLbl="node1" presStyleIdx="0" presStyleCnt="3">
        <dgm:presLayoutVars>
          <dgm:chMax val="1"/>
          <dgm:bulletEnabled val="1"/>
        </dgm:presLayoutVars>
      </dgm:prSet>
      <dgm:spPr/>
    </dgm:pt>
    <dgm:pt modelId="{B0A02B78-29D1-4DD7-8286-FA4A7B613A9F}" type="pres">
      <dgm:prSet presAssocID="{EC5D5FF3-15B5-46FF-A50F-FFA3B0D7207B}" presName="gear1srcNode" presStyleLbl="node1" presStyleIdx="0" presStyleCnt="3"/>
      <dgm:spPr/>
    </dgm:pt>
    <dgm:pt modelId="{A418077A-7B72-4649-91A0-0BC77B88A240}" type="pres">
      <dgm:prSet presAssocID="{EC5D5FF3-15B5-46FF-A50F-FFA3B0D7207B}" presName="gear1dstNode" presStyleLbl="node1" presStyleIdx="0" presStyleCnt="3"/>
      <dgm:spPr/>
    </dgm:pt>
    <dgm:pt modelId="{16B64462-4653-4F89-814D-060F3E2EF833}" type="pres">
      <dgm:prSet presAssocID="{0052A9D7-1681-4650-A945-B5245944738E}" presName="gear2" presStyleLbl="node1" presStyleIdx="1" presStyleCnt="3">
        <dgm:presLayoutVars>
          <dgm:chMax val="1"/>
          <dgm:bulletEnabled val="1"/>
        </dgm:presLayoutVars>
      </dgm:prSet>
      <dgm:spPr/>
    </dgm:pt>
    <dgm:pt modelId="{4836963E-275F-4677-A5C2-9880D8AD2155}" type="pres">
      <dgm:prSet presAssocID="{0052A9D7-1681-4650-A945-B5245944738E}" presName="gear2srcNode" presStyleLbl="node1" presStyleIdx="1" presStyleCnt="3"/>
      <dgm:spPr/>
    </dgm:pt>
    <dgm:pt modelId="{E640A420-75D1-4D0A-9990-580613333D79}" type="pres">
      <dgm:prSet presAssocID="{0052A9D7-1681-4650-A945-B5245944738E}" presName="gear2dstNode" presStyleLbl="node1" presStyleIdx="1" presStyleCnt="3"/>
      <dgm:spPr/>
    </dgm:pt>
    <dgm:pt modelId="{CE50241C-5E45-4FDC-BF5C-5649C6B17BD8}" type="pres">
      <dgm:prSet presAssocID="{24AD7172-C0CF-40CD-A151-D157C478CA1C}" presName="gear3" presStyleLbl="node1" presStyleIdx="2" presStyleCnt="3"/>
      <dgm:spPr/>
    </dgm:pt>
    <dgm:pt modelId="{5BBEAB22-A852-4DE3-83E1-A1BC4BF3382A}" type="pres">
      <dgm:prSet presAssocID="{24AD7172-C0CF-40CD-A151-D157C478CA1C}" presName="gear3tx" presStyleLbl="node1" presStyleIdx="2" presStyleCnt="3">
        <dgm:presLayoutVars>
          <dgm:chMax val="1"/>
          <dgm:bulletEnabled val="1"/>
        </dgm:presLayoutVars>
      </dgm:prSet>
      <dgm:spPr/>
    </dgm:pt>
    <dgm:pt modelId="{AD4640A2-725A-40AE-9A52-AC12BFA68715}" type="pres">
      <dgm:prSet presAssocID="{24AD7172-C0CF-40CD-A151-D157C478CA1C}" presName="gear3srcNode" presStyleLbl="node1" presStyleIdx="2" presStyleCnt="3"/>
      <dgm:spPr/>
    </dgm:pt>
    <dgm:pt modelId="{BA11E927-7969-4877-98A2-CBB037B2C707}" type="pres">
      <dgm:prSet presAssocID="{24AD7172-C0CF-40CD-A151-D157C478CA1C}" presName="gear3dstNode" presStyleLbl="node1" presStyleIdx="2" presStyleCnt="3"/>
      <dgm:spPr/>
    </dgm:pt>
    <dgm:pt modelId="{B6FC71CA-CA79-46BC-93E2-77766A4E7795}" type="pres">
      <dgm:prSet presAssocID="{5DFB9730-FB6B-45D4-9750-2C79F1993925}" presName="connector1" presStyleLbl="sibTrans2D1" presStyleIdx="0" presStyleCnt="3"/>
      <dgm:spPr/>
    </dgm:pt>
    <dgm:pt modelId="{6076A513-241C-4D5D-8699-E562961FF11E}" type="pres">
      <dgm:prSet presAssocID="{107EF03F-3D30-48C7-8CF7-F97BF922E20D}" presName="connector2" presStyleLbl="sibTrans2D1" presStyleIdx="1" presStyleCnt="3"/>
      <dgm:spPr/>
    </dgm:pt>
    <dgm:pt modelId="{DE1F391A-C95A-454E-8661-40806984B503}" type="pres">
      <dgm:prSet presAssocID="{F392013C-EEE3-4624-A00F-9092CF25E0EE}" presName="connector3" presStyleLbl="sibTrans2D1" presStyleIdx="2" presStyleCnt="3"/>
      <dgm:spPr/>
    </dgm:pt>
  </dgm:ptLst>
  <dgm:cxnLst>
    <dgm:cxn modelId="{ABF98109-024C-467F-9D7A-5C1DEAE134E7}" srcId="{F16D7178-C3E7-4D47-9641-0A5A27924DCD}" destId="{0052A9D7-1681-4650-A945-B5245944738E}" srcOrd="1" destOrd="0" parTransId="{7D85036A-CE7E-45C0-A9D2-0342BA667048}" sibTransId="{107EF03F-3D30-48C7-8CF7-F97BF922E20D}"/>
    <dgm:cxn modelId="{41CA420E-ECD0-4227-A4A4-DAFF6F3E6A8B}" type="presOf" srcId="{24AD7172-C0CF-40CD-A151-D157C478CA1C}" destId="{CE50241C-5E45-4FDC-BF5C-5649C6B17BD8}" srcOrd="0" destOrd="0" presId="urn:microsoft.com/office/officeart/2005/8/layout/gear1"/>
    <dgm:cxn modelId="{285D5037-084C-4E38-A131-78682171BF86}" type="presOf" srcId="{EC5D5FF3-15B5-46FF-A50F-FFA3B0D7207B}" destId="{A418077A-7B72-4649-91A0-0BC77B88A240}" srcOrd="2" destOrd="0" presId="urn:microsoft.com/office/officeart/2005/8/layout/gear1"/>
    <dgm:cxn modelId="{C0618737-AB43-4A04-BFE1-5FEF8CEA15CE}" type="presOf" srcId="{0052A9D7-1681-4650-A945-B5245944738E}" destId="{E640A420-75D1-4D0A-9990-580613333D79}" srcOrd="2" destOrd="0" presId="urn:microsoft.com/office/officeart/2005/8/layout/gear1"/>
    <dgm:cxn modelId="{5F66453E-B20C-49BD-8732-19EA81A1583E}" type="presOf" srcId="{EC5D5FF3-15B5-46FF-A50F-FFA3B0D7207B}" destId="{B0A02B78-29D1-4DD7-8286-FA4A7B613A9F}" srcOrd="1" destOrd="0" presId="urn:microsoft.com/office/officeart/2005/8/layout/gear1"/>
    <dgm:cxn modelId="{51510541-A663-4324-993C-FAF09D7E5501}" type="presOf" srcId="{107EF03F-3D30-48C7-8CF7-F97BF922E20D}" destId="{6076A513-241C-4D5D-8699-E562961FF11E}" srcOrd="0" destOrd="0" presId="urn:microsoft.com/office/officeart/2005/8/layout/gear1"/>
    <dgm:cxn modelId="{AB88A667-1E6C-4065-A31E-42D337FD7409}" type="presOf" srcId="{F16D7178-C3E7-4D47-9641-0A5A27924DCD}" destId="{0E106D90-EA40-417B-AE1B-590FC6FDC8B0}" srcOrd="0" destOrd="0" presId="urn:microsoft.com/office/officeart/2005/8/layout/gear1"/>
    <dgm:cxn modelId="{8980BF48-8848-468D-8F73-DFC31CCA5C14}" type="presOf" srcId="{5DFB9730-FB6B-45D4-9750-2C79F1993925}" destId="{B6FC71CA-CA79-46BC-93E2-77766A4E7795}" srcOrd="0" destOrd="0" presId="urn:microsoft.com/office/officeart/2005/8/layout/gear1"/>
    <dgm:cxn modelId="{5FCFBF6D-E0F3-456D-9F16-5C7202C2AF33}" srcId="{F16D7178-C3E7-4D47-9641-0A5A27924DCD}" destId="{EC5D5FF3-15B5-46FF-A50F-FFA3B0D7207B}" srcOrd="0" destOrd="0" parTransId="{491DAFCD-1596-4D35-9931-C0EB4CEEF290}" sibTransId="{5DFB9730-FB6B-45D4-9750-2C79F1993925}"/>
    <dgm:cxn modelId="{4E66CE50-0551-48F5-84F4-91FAFC7A3FDA}" type="presOf" srcId="{0052A9D7-1681-4650-A945-B5245944738E}" destId="{16B64462-4653-4F89-814D-060F3E2EF833}" srcOrd="0" destOrd="0" presId="urn:microsoft.com/office/officeart/2005/8/layout/gear1"/>
    <dgm:cxn modelId="{E867D150-6F12-4834-B15B-2E7EFFE46C18}" type="presOf" srcId="{24AD7172-C0CF-40CD-A151-D157C478CA1C}" destId="{AD4640A2-725A-40AE-9A52-AC12BFA68715}" srcOrd="2" destOrd="0" presId="urn:microsoft.com/office/officeart/2005/8/layout/gear1"/>
    <dgm:cxn modelId="{6447E384-6FC7-4DC2-9404-98FE170784F3}" type="presOf" srcId="{F392013C-EEE3-4624-A00F-9092CF25E0EE}" destId="{DE1F391A-C95A-454E-8661-40806984B503}" srcOrd="0" destOrd="0" presId="urn:microsoft.com/office/officeart/2005/8/layout/gear1"/>
    <dgm:cxn modelId="{8CDCC791-2F34-448E-A60C-E7B9771C9B23}" type="presOf" srcId="{EC5D5FF3-15B5-46FF-A50F-FFA3B0D7207B}" destId="{BD15961E-6AC0-4FD9-B7A7-4E8BC7DFEB31}" srcOrd="0" destOrd="0" presId="urn:microsoft.com/office/officeart/2005/8/layout/gear1"/>
    <dgm:cxn modelId="{5DEBAE93-906D-4F27-994D-F26A0B49795B}" srcId="{F16D7178-C3E7-4D47-9641-0A5A27924DCD}" destId="{24AD7172-C0CF-40CD-A151-D157C478CA1C}" srcOrd="2" destOrd="0" parTransId="{BFED58D2-13E4-40A1-950A-DC7C3C8FBF74}" sibTransId="{F392013C-EEE3-4624-A00F-9092CF25E0EE}"/>
    <dgm:cxn modelId="{C66A58BF-9022-4F62-BD7B-B527BD50DCF4}" type="presOf" srcId="{24AD7172-C0CF-40CD-A151-D157C478CA1C}" destId="{BA11E927-7969-4877-98A2-CBB037B2C707}" srcOrd="3" destOrd="0" presId="urn:microsoft.com/office/officeart/2005/8/layout/gear1"/>
    <dgm:cxn modelId="{959BCFD0-2698-4635-BB51-2235985983DA}" type="presOf" srcId="{24AD7172-C0CF-40CD-A151-D157C478CA1C}" destId="{5BBEAB22-A852-4DE3-83E1-A1BC4BF3382A}" srcOrd="1" destOrd="0" presId="urn:microsoft.com/office/officeart/2005/8/layout/gear1"/>
    <dgm:cxn modelId="{A5AC64E1-13A9-40D4-8478-7FC42A1763D9}" type="presOf" srcId="{0052A9D7-1681-4650-A945-B5245944738E}" destId="{4836963E-275F-4677-A5C2-9880D8AD2155}" srcOrd="1" destOrd="0" presId="urn:microsoft.com/office/officeart/2005/8/layout/gear1"/>
    <dgm:cxn modelId="{D07AE3AE-974F-4436-9701-55B13A5F8CC7}" type="presParOf" srcId="{0E106D90-EA40-417B-AE1B-590FC6FDC8B0}" destId="{BD15961E-6AC0-4FD9-B7A7-4E8BC7DFEB31}" srcOrd="0" destOrd="0" presId="urn:microsoft.com/office/officeart/2005/8/layout/gear1"/>
    <dgm:cxn modelId="{68DB630D-3987-4CCA-8665-0F0B9CC64A7E}" type="presParOf" srcId="{0E106D90-EA40-417B-AE1B-590FC6FDC8B0}" destId="{B0A02B78-29D1-4DD7-8286-FA4A7B613A9F}" srcOrd="1" destOrd="0" presId="urn:microsoft.com/office/officeart/2005/8/layout/gear1"/>
    <dgm:cxn modelId="{872D3F30-7BCC-4B2D-865E-E923B165A3BA}" type="presParOf" srcId="{0E106D90-EA40-417B-AE1B-590FC6FDC8B0}" destId="{A418077A-7B72-4649-91A0-0BC77B88A240}" srcOrd="2" destOrd="0" presId="urn:microsoft.com/office/officeart/2005/8/layout/gear1"/>
    <dgm:cxn modelId="{DD19DCC5-EFAD-44AD-BC44-C504EC2FEDB5}" type="presParOf" srcId="{0E106D90-EA40-417B-AE1B-590FC6FDC8B0}" destId="{16B64462-4653-4F89-814D-060F3E2EF833}" srcOrd="3" destOrd="0" presId="urn:microsoft.com/office/officeart/2005/8/layout/gear1"/>
    <dgm:cxn modelId="{B9D1A079-F086-4B90-B8D6-28AE1D119085}" type="presParOf" srcId="{0E106D90-EA40-417B-AE1B-590FC6FDC8B0}" destId="{4836963E-275F-4677-A5C2-9880D8AD2155}" srcOrd="4" destOrd="0" presId="urn:microsoft.com/office/officeart/2005/8/layout/gear1"/>
    <dgm:cxn modelId="{420B4C83-A1BF-4460-8359-6DA18D3A73F8}" type="presParOf" srcId="{0E106D90-EA40-417B-AE1B-590FC6FDC8B0}" destId="{E640A420-75D1-4D0A-9990-580613333D79}" srcOrd="5" destOrd="0" presId="urn:microsoft.com/office/officeart/2005/8/layout/gear1"/>
    <dgm:cxn modelId="{550F60D8-93E7-4C5B-A720-B2FE40A38B49}" type="presParOf" srcId="{0E106D90-EA40-417B-AE1B-590FC6FDC8B0}" destId="{CE50241C-5E45-4FDC-BF5C-5649C6B17BD8}" srcOrd="6" destOrd="0" presId="urn:microsoft.com/office/officeart/2005/8/layout/gear1"/>
    <dgm:cxn modelId="{22572209-A8FC-4AEA-90A6-B7E999006744}" type="presParOf" srcId="{0E106D90-EA40-417B-AE1B-590FC6FDC8B0}" destId="{5BBEAB22-A852-4DE3-83E1-A1BC4BF3382A}" srcOrd="7" destOrd="0" presId="urn:microsoft.com/office/officeart/2005/8/layout/gear1"/>
    <dgm:cxn modelId="{0071565C-E9CB-4E5C-8520-BDB216564740}" type="presParOf" srcId="{0E106D90-EA40-417B-AE1B-590FC6FDC8B0}" destId="{AD4640A2-725A-40AE-9A52-AC12BFA68715}" srcOrd="8" destOrd="0" presId="urn:microsoft.com/office/officeart/2005/8/layout/gear1"/>
    <dgm:cxn modelId="{45057B41-B5B5-4607-9D97-212292170734}" type="presParOf" srcId="{0E106D90-EA40-417B-AE1B-590FC6FDC8B0}" destId="{BA11E927-7969-4877-98A2-CBB037B2C707}" srcOrd="9" destOrd="0" presId="urn:microsoft.com/office/officeart/2005/8/layout/gear1"/>
    <dgm:cxn modelId="{AFF54528-3943-4F86-BC1A-A66C1CE5CD0F}" type="presParOf" srcId="{0E106D90-EA40-417B-AE1B-590FC6FDC8B0}" destId="{B6FC71CA-CA79-46BC-93E2-77766A4E7795}" srcOrd="10" destOrd="0" presId="urn:microsoft.com/office/officeart/2005/8/layout/gear1"/>
    <dgm:cxn modelId="{6D0FF52A-4D4F-4974-8BB1-33DAEEC58FFA}" type="presParOf" srcId="{0E106D90-EA40-417B-AE1B-590FC6FDC8B0}" destId="{6076A513-241C-4D5D-8699-E562961FF11E}" srcOrd="11" destOrd="0" presId="urn:microsoft.com/office/officeart/2005/8/layout/gear1"/>
    <dgm:cxn modelId="{BA964AE1-9752-40A6-A278-EFEFAB99FCCA}" type="presParOf" srcId="{0E106D90-EA40-417B-AE1B-590FC6FDC8B0}" destId="{DE1F391A-C95A-454E-8661-40806984B503}"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E6AE6EA-6389-48A3-8BC1-14C265423A47}" type="doc">
      <dgm:prSet loTypeId="urn:microsoft.com/office/officeart/2005/8/layout/cycle8" loCatId="cycle" qsTypeId="urn:microsoft.com/office/officeart/2005/8/quickstyle/simple1" qsCatId="simple" csTypeId="urn:microsoft.com/office/officeart/2005/8/colors/accent1_2" csCatId="accent1" phldr="1"/>
      <dgm:spPr/>
    </dgm:pt>
    <dgm:pt modelId="{952632C6-E1AA-4D1B-B93C-48ED7CDE9805}" type="pres">
      <dgm:prSet presAssocID="{7E6AE6EA-6389-48A3-8BC1-14C265423A47}" presName="compositeShape" presStyleCnt="0">
        <dgm:presLayoutVars>
          <dgm:chMax val="7"/>
          <dgm:dir/>
          <dgm:resizeHandles val="exact"/>
        </dgm:presLayoutVars>
      </dgm:prSet>
      <dgm:spPr/>
    </dgm:pt>
  </dgm:ptLst>
  <dgm:cxnLst>
    <dgm:cxn modelId="{C6269E58-4FF8-462E-B3AA-B19E44DE68C7}" type="presOf" srcId="{7E6AE6EA-6389-48A3-8BC1-14C265423A47}" destId="{952632C6-E1AA-4D1B-B93C-48ED7CDE9805}" srcOrd="0"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F1CEE5-89B5-4E39-A83C-32F6642271E6}">
      <dsp:nvSpPr>
        <dsp:cNvPr id="0" name=""/>
        <dsp:cNvSpPr/>
      </dsp:nvSpPr>
      <dsp:spPr>
        <a:xfrm>
          <a:off x="738596" y="160625"/>
          <a:ext cx="2075780" cy="2075780"/>
        </a:xfrm>
        <a:prstGeom prst="pie">
          <a:avLst>
            <a:gd name="adj1" fmla="val 16200000"/>
            <a:gd name="adj2" fmla="val 18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nb-NO" sz="1000" kern="1200" dirty="0"/>
            <a:t>Vedlikehold</a:t>
          </a:r>
        </a:p>
      </dsp:txBody>
      <dsp:txXfrm>
        <a:off x="1832581" y="600493"/>
        <a:ext cx="741350" cy="617791"/>
      </dsp:txXfrm>
    </dsp:sp>
    <dsp:sp modelId="{8CE7A32A-4465-4B49-8DBB-BED3AD910050}">
      <dsp:nvSpPr>
        <dsp:cNvPr id="0" name=""/>
        <dsp:cNvSpPr/>
      </dsp:nvSpPr>
      <dsp:spPr>
        <a:xfrm>
          <a:off x="695844" y="234760"/>
          <a:ext cx="2075780" cy="2075780"/>
        </a:xfrm>
        <a:prstGeom prst="pie">
          <a:avLst>
            <a:gd name="adj1" fmla="val 1800000"/>
            <a:gd name="adj2" fmla="val 90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nb-NO" sz="1000" kern="1200" dirty="0"/>
            <a:t>Utvikling</a:t>
          </a:r>
        </a:p>
      </dsp:txBody>
      <dsp:txXfrm>
        <a:off x="1190078" y="1581546"/>
        <a:ext cx="1112025" cy="543656"/>
      </dsp:txXfrm>
    </dsp:sp>
    <dsp:sp modelId="{689E8292-6BBE-4A64-A47A-B5BB2ADD8B95}">
      <dsp:nvSpPr>
        <dsp:cNvPr id="0" name=""/>
        <dsp:cNvSpPr/>
      </dsp:nvSpPr>
      <dsp:spPr>
        <a:xfrm>
          <a:off x="653093" y="160625"/>
          <a:ext cx="2075780" cy="2075780"/>
        </a:xfrm>
        <a:prstGeom prst="pie">
          <a:avLst>
            <a:gd name="adj1" fmla="val 90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nb-NO" sz="1000" kern="1200" dirty="0"/>
            <a:t>Drift</a:t>
          </a:r>
        </a:p>
      </dsp:txBody>
      <dsp:txXfrm>
        <a:off x="893538" y="600493"/>
        <a:ext cx="741350" cy="617791"/>
      </dsp:txXfrm>
    </dsp:sp>
    <dsp:sp modelId="{7947B91A-659C-4EF5-BEF3-09CC0713E817}">
      <dsp:nvSpPr>
        <dsp:cNvPr id="0" name=""/>
        <dsp:cNvSpPr/>
      </dsp:nvSpPr>
      <dsp:spPr>
        <a:xfrm>
          <a:off x="610266" y="32125"/>
          <a:ext cx="2332781" cy="233278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CDE6BA-D62B-44A1-A51A-14D3985CB31C}">
      <dsp:nvSpPr>
        <dsp:cNvPr id="0" name=""/>
        <dsp:cNvSpPr/>
      </dsp:nvSpPr>
      <dsp:spPr>
        <a:xfrm>
          <a:off x="567344" y="106128"/>
          <a:ext cx="2332781" cy="233278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BE3BBB-7E72-441D-B154-219D1476D7B7}">
      <dsp:nvSpPr>
        <dsp:cNvPr id="0" name=""/>
        <dsp:cNvSpPr/>
      </dsp:nvSpPr>
      <dsp:spPr>
        <a:xfrm>
          <a:off x="524421" y="32125"/>
          <a:ext cx="2332781" cy="233278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F35C9-4B3C-4923-ADA3-DA9BB0E8438D}">
      <dsp:nvSpPr>
        <dsp:cNvPr id="0" name=""/>
        <dsp:cNvSpPr/>
      </dsp:nvSpPr>
      <dsp:spPr>
        <a:xfrm>
          <a:off x="496987" y="512103"/>
          <a:ext cx="3852285" cy="3826865"/>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2BD692-BD88-4761-92DE-7BFE7CAB1001}">
      <dsp:nvSpPr>
        <dsp:cNvPr id="0" name=""/>
        <dsp:cNvSpPr/>
      </dsp:nvSpPr>
      <dsp:spPr>
        <a:xfrm>
          <a:off x="2423130" y="487712"/>
          <a:ext cx="3153197" cy="1148339"/>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nb-NO" sz="2600" kern="1200" dirty="0"/>
            <a:t>Årsabonnement 349,-</a:t>
          </a:r>
        </a:p>
        <a:p>
          <a:pPr marL="0" lvl="0" indent="0" algn="ctr" defTabSz="1155700">
            <a:lnSpc>
              <a:spcPct val="90000"/>
            </a:lnSpc>
            <a:spcBef>
              <a:spcPct val="0"/>
            </a:spcBef>
            <a:spcAft>
              <a:spcPct val="35000"/>
            </a:spcAft>
            <a:buNone/>
          </a:pPr>
          <a:r>
            <a:rPr lang="nb-NO" sz="2000" i="1" kern="1200" dirty="0"/>
            <a:t>(kr.29,- per </a:t>
          </a:r>
          <a:r>
            <a:rPr lang="nb-NO" sz="2000" i="1" kern="1200" dirty="0" err="1"/>
            <a:t>mnd</a:t>
          </a:r>
          <a:r>
            <a:rPr lang="nb-NO" sz="2000" i="1" kern="1200" dirty="0"/>
            <a:t>)</a:t>
          </a:r>
        </a:p>
      </dsp:txBody>
      <dsp:txXfrm>
        <a:off x="2479187" y="543769"/>
        <a:ext cx="3041083" cy="1036225"/>
      </dsp:txXfrm>
    </dsp:sp>
    <dsp:sp modelId="{34E2D237-459F-4139-B1E7-7E0ABD30095A}">
      <dsp:nvSpPr>
        <dsp:cNvPr id="0" name=""/>
        <dsp:cNvSpPr/>
      </dsp:nvSpPr>
      <dsp:spPr>
        <a:xfrm>
          <a:off x="2423130" y="1779595"/>
          <a:ext cx="3153197" cy="1148339"/>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nb-NO" sz="2200" kern="1200" dirty="0"/>
            <a:t>Halvårsabonnement 234,-</a:t>
          </a:r>
        </a:p>
        <a:p>
          <a:pPr marL="0" lvl="0" indent="0" algn="ctr" defTabSz="977900">
            <a:lnSpc>
              <a:spcPct val="90000"/>
            </a:lnSpc>
            <a:spcBef>
              <a:spcPct val="0"/>
            </a:spcBef>
            <a:spcAft>
              <a:spcPct val="35000"/>
            </a:spcAft>
            <a:buNone/>
          </a:pPr>
          <a:r>
            <a:rPr lang="nb-NO" sz="2000" i="1" kern="1200" dirty="0"/>
            <a:t>(kr. 39 per mnd.)</a:t>
          </a:r>
        </a:p>
      </dsp:txBody>
      <dsp:txXfrm>
        <a:off x="2479187" y="1835652"/>
        <a:ext cx="3041083" cy="1036225"/>
      </dsp:txXfrm>
    </dsp:sp>
    <dsp:sp modelId="{9F003943-2E7B-46F9-ABA8-C3CDDF2C32A1}">
      <dsp:nvSpPr>
        <dsp:cNvPr id="0" name=""/>
        <dsp:cNvSpPr/>
      </dsp:nvSpPr>
      <dsp:spPr>
        <a:xfrm>
          <a:off x="2423130" y="3071477"/>
          <a:ext cx="3153197" cy="1148339"/>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nb-NO" sz="2300" kern="1200" dirty="0"/>
            <a:t>Månedsabonnement </a:t>
          </a:r>
        </a:p>
        <a:p>
          <a:pPr marL="0" lvl="0" indent="0" algn="ctr" defTabSz="1022350">
            <a:lnSpc>
              <a:spcPct val="90000"/>
            </a:lnSpc>
            <a:spcBef>
              <a:spcPct val="0"/>
            </a:spcBef>
            <a:spcAft>
              <a:spcPct val="35000"/>
            </a:spcAft>
            <a:buNone/>
          </a:pPr>
          <a:r>
            <a:rPr lang="nb-NO" sz="2300" i="1" kern="1200" dirty="0"/>
            <a:t>Kr. 49 per mnd.</a:t>
          </a:r>
        </a:p>
      </dsp:txBody>
      <dsp:txXfrm>
        <a:off x="2479187" y="3127534"/>
        <a:ext cx="3041083" cy="10362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15961E-6AC0-4FD9-B7A7-4E8BC7DFEB31}">
      <dsp:nvSpPr>
        <dsp:cNvPr id="0" name=""/>
        <dsp:cNvSpPr/>
      </dsp:nvSpPr>
      <dsp:spPr>
        <a:xfrm>
          <a:off x="1684009" y="1659333"/>
          <a:ext cx="2028074" cy="2028074"/>
        </a:xfrm>
        <a:prstGeom prst="gear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nb-NO" sz="1500" kern="1200" dirty="0"/>
            <a:t>Mitt hjem oppdatert</a:t>
          </a:r>
        </a:p>
      </dsp:txBody>
      <dsp:txXfrm>
        <a:off x="2091742" y="2134400"/>
        <a:ext cx="1212608" cy="1042472"/>
      </dsp:txXfrm>
    </dsp:sp>
    <dsp:sp modelId="{16B64462-4653-4F89-814D-060F3E2EF833}">
      <dsp:nvSpPr>
        <dsp:cNvPr id="0" name=""/>
        <dsp:cNvSpPr/>
      </dsp:nvSpPr>
      <dsp:spPr>
        <a:xfrm>
          <a:off x="504038" y="1179970"/>
          <a:ext cx="1474963" cy="1474963"/>
        </a:xfrm>
        <a:prstGeom prst="gear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nb-NO" sz="1500" kern="1200" dirty="0"/>
            <a:t>Mitt prosjekt</a:t>
          </a:r>
        </a:p>
      </dsp:txBody>
      <dsp:txXfrm>
        <a:off x="875364" y="1553541"/>
        <a:ext cx="732311" cy="727821"/>
      </dsp:txXfrm>
    </dsp:sp>
    <dsp:sp modelId="{CE50241C-5E45-4FDC-BF5C-5649C6B17BD8}">
      <dsp:nvSpPr>
        <dsp:cNvPr id="0" name=""/>
        <dsp:cNvSpPr/>
      </dsp:nvSpPr>
      <dsp:spPr>
        <a:xfrm rot="20700000">
          <a:off x="1330168" y="162396"/>
          <a:ext cx="1445162" cy="1445162"/>
        </a:xfrm>
        <a:prstGeom prst="gear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nb-NO" sz="1500" kern="1200" dirty="0"/>
            <a:t>Mitt hjem</a:t>
          </a:r>
        </a:p>
      </dsp:txBody>
      <dsp:txXfrm rot="-20700000">
        <a:off x="1647135" y="479363"/>
        <a:ext cx="811229" cy="811229"/>
      </dsp:txXfrm>
    </dsp:sp>
    <dsp:sp modelId="{B6FC71CA-CA79-46BC-93E2-77766A4E7795}">
      <dsp:nvSpPr>
        <dsp:cNvPr id="0" name=""/>
        <dsp:cNvSpPr/>
      </dsp:nvSpPr>
      <dsp:spPr>
        <a:xfrm>
          <a:off x="1522579" y="1356407"/>
          <a:ext cx="2595935" cy="2595935"/>
        </a:xfrm>
        <a:prstGeom prst="circularArrow">
          <a:avLst>
            <a:gd name="adj1" fmla="val 4688"/>
            <a:gd name="adj2" fmla="val 299029"/>
            <a:gd name="adj3" fmla="val 2502867"/>
            <a:gd name="adj4" fmla="val 15890227"/>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076A513-241C-4D5D-8699-E562961FF11E}">
      <dsp:nvSpPr>
        <dsp:cNvPr id="0" name=""/>
        <dsp:cNvSpPr/>
      </dsp:nvSpPr>
      <dsp:spPr>
        <a:xfrm>
          <a:off x="242825" y="855792"/>
          <a:ext cx="1886109" cy="1886109"/>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1F391A-C95A-454E-8661-40806984B503}">
      <dsp:nvSpPr>
        <dsp:cNvPr id="0" name=""/>
        <dsp:cNvSpPr/>
      </dsp:nvSpPr>
      <dsp:spPr>
        <a:xfrm>
          <a:off x="995887" y="-151973"/>
          <a:ext cx="2033605" cy="2033605"/>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6D40BD5-98FC-4A00-322E-EC6537E929E0}"/>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938A6D31-BEDF-6798-A3EE-C58A50EA77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884C8161-379E-1E05-0ACE-EC5F638F6F6E}"/>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5" name="Plassholder for bunntekst 4">
            <a:extLst>
              <a:ext uri="{FF2B5EF4-FFF2-40B4-BE49-F238E27FC236}">
                <a16:creationId xmlns:a16="http://schemas.microsoft.com/office/drawing/2014/main" id="{F745BF6F-19B1-9228-E359-2BF3E8B8C38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CCBDCD9-3BC0-863B-0B40-F879729D92A1}"/>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389092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CBEE324-4B75-AF18-4490-B75582245E3B}"/>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2E523526-5765-8842-EAAC-3AE4951D4774}"/>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23126C17-3A3D-E783-2F55-86A5BAB9E8FE}"/>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5" name="Plassholder for bunntekst 4">
            <a:extLst>
              <a:ext uri="{FF2B5EF4-FFF2-40B4-BE49-F238E27FC236}">
                <a16:creationId xmlns:a16="http://schemas.microsoft.com/office/drawing/2014/main" id="{886565A0-8602-EEA0-7A83-61EB61A7500E}"/>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1667329A-2E4A-FFB5-08F8-5066ADD7663F}"/>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90418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B8CF0A7-23A8-56D8-9DD8-A773F01D97AE}"/>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2AFCE47F-63C1-D4C5-DFEA-A50B22DB9E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D2CAED0B-F43E-4A1D-7BA0-D56D5AAB1037}"/>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5" name="Plassholder for bunntekst 4">
            <a:extLst>
              <a:ext uri="{FF2B5EF4-FFF2-40B4-BE49-F238E27FC236}">
                <a16:creationId xmlns:a16="http://schemas.microsoft.com/office/drawing/2014/main" id="{1951294A-1CD0-0BEA-9CDB-5A5FDB63AB4B}"/>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8A6A8FCB-128A-131E-2E02-4D903A450BAD}"/>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432696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DD4A56B-F161-A788-83BC-45CCC0FF6CD1}"/>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396D846F-172B-17C3-D7C8-E246789655DF}"/>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83D3050B-8C3B-9524-7C12-40C2E9A1CDE8}"/>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16621183-63AF-C113-60D8-4315061AFFE7}"/>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6" name="Plassholder for bunntekst 5">
            <a:extLst>
              <a:ext uri="{FF2B5EF4-FFF2-40B4-BE49-F238E27FC236}">
                <a16:creationId xmlns:a16="http://schemas.microsoft.com/office/drawing/2014/main" id="{19B9BFB8-1323-B724-84FC-34240784099A}"/>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21070734-3395-339C-59AA-F70D9E2EE4D7}"/>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317231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3339ED2-79F6-1AD8-940A-8D226EEB52C1}"/>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2956D99A-C8F4-0D8E-9186-7E20616CA6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D5907332-6E6C-8EE2-C0FC-BD7D2078C529}"/>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156D9421-B543-50C6-34B5-5864836776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8EBFC91C-70B3-C47D-62C2-8A8BA5EE35D5}"/>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876407BD-529D-17A7-5E22-D804A6C81F72}"/>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8" name="Plassholder for bunntekst 7">
            <a:extLst>
              <a:ext uri="{FF2B5EF4-FFF2-40B4-BE49-F238E27FC236}">
                <a16:creationId xmlns:a16="http://schemas.microsoft.com/office/drawing/2014/main" id="{7051D423-4F3A-4A9E-D14C-CB4EF7170BE5}"/>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91206BE6-3BE9-D522-A339-8EC74C4CB5F2}"/>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4253166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09ADC7F-C313-CB92-F126-7A53F78240A2}"/>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1BC5F28D-9CB7-F2E3-4C37-6B122DE52FCC}"/>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4" name="Plassholder for bunntekst 3">
            <a:extLst>
              <a:ext uri="{FF2B5EF4-FFF2-40B4-BE49-F238E27FC236}">
                <a16:creationId xmlns:a16="http://schemas.microsoft.com/office/drawing/2014/main" id="{633390CE-4F7D-EFAC-BC2F-35A4D258F4B8}"/>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6FBA4795-51CD-A9AE-356C-81B21CEC4ECF}"/>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3992242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A737CB0A-37B6-5948-8B6A-0D7648A11009}"/>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3" name="Plassholder for bunntekst 2">
            <a:extLst>
              <a:ext uri="{FF2B5EF4-FFF2-40B4-BE49-F238E27FC236}">
                <a16:creationId xmlns:a16="http://schemas.microsoft.com/office/drawing/2014/main" id="{4D9A7D4B-96E3-06E4-129A-034774139ABC}"/>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3AD22CA2-60F5-004C-DEB8-3EDEE44C8336}"/>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4150414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704D634-A300-322F-0564-ED640ECF5C80}"/>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3467E851-F556-815C-3BBE-28638319D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6B6D28C9-E965-855D-6818-FA8E6DABF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A2899C4A-E097-6FAB-D0F4-406883D3492B}"/>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6" name="Plassholder for bunntekst 5">
            <a:extLst>
              <a:ext uri="{FF2B5EF4-FFF2-40B4-BE49-F238E27FC236}">
                <a16:creationId xmlns:a16="http://schemas.microsoft.com/office/drawing/2014/main" id="{07739429-87E7-4304-D04D-967B4275FB9E}"/>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48F50A7B-0528-F9F8-22C1-82EA59C3EA25}"/>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983126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33DA643-1314-C3C4-D3AA-E6A4ECC04EC1}"/>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BDE67052-1688-1373-EFDD-E2E1230431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5D15E2A2-4151-1912-56C3-7754FF951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00CBDE85-057C-3D24-EC93-8BE063AEEC0E}"/>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6" name="Plassholder for bunntekst 5">
            <a:extLst>
              <a:ext uri="{FF2B5EF4-FFF2-40B4-BE49-F238E27FC236}">
                <a16:creationId xmlns:a16="http://schemas.microsoft.com/office/drawing/2014/main" id="{0D1CAA86-5832-CF4A-6922-451EC3BDFA32}"/>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0FA4B8A6-D761-3465-B547-B845311133A9}"/>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4261532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94B847A-E85E-BFFA-1DFB-D7397B63C85C}"/>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84324FDB-CD2C-AEA1-EC0A-0051C9D57F5B}"/>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A05FC9EF-5D9C-7A38-6688-864FF842776A}"/>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5" name="Plassholder for bunntekst 4">
            <a:extLst>
              <a:ext uri="{FF2B5EF4-FFF2-40B4-BE49-F238E27FC236}">
                <a16:creationId xmlns:a16="http://schemas.microsoft.com/office/drawing/2014/main" id="{891FA368-D81C-186F-BD68-E61328955BB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B3FF5378-481E-F8C2-EB54-8B8348FBBA03}"/>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878246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A70A7E54-694A-EAF7-607A-E004AD1F8BCE}"/>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2AC5B462-0712-1B75-3F59-FBF434017B8E}"/>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E21A87E-2FB4-28C3-EFC7-6476DA7435D7}"/>
              </a:ext>
            </a:extLst>
          </p:cNvPr>
          <p:cNvSpPr>
            <a:spLocks noGrp="1"/>
          </p:cNvSpPr>
          <p:nvPr>
            <p:ph type="dt" sz="half" idx="10"/>
          </p:nvPr>
        </p:nvSpPr>
        <p:spPr/>
        <p:txBody>
          <a:bodyPr/>
          <a:lstStyle/>
          <a:p>
            <a:fld id="{F30BE85E-D050-4591-A5BE-548EF2B463D8}" type="datetimeFigureOut">
              <a:rPr lang="nb-NO" smtClean="0"/>
              <a:t>14.06.2024</a:t>
            </a:fld>
            <a:endParaRPr lang="nb-NO"/>
          </a:p>
        </p:txBody>
      </p:sp>
      <p:sp>
        <p:nvSpPr>
          <p:cNvPr id="5" name="Plassholder for bunntekst 4">
            <a:extLst>
              <a:ext uri="{FF2B5EF4-FFF2-40B4-BE49-F238E27FC236}">
                <a16:creationId xmlns:a16="http://schemas.microsoft.com/office/drawing/2014/main" id="{2F319D26-2CD1-2174-2C18-5E6E23894102}"/>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F0D8E5A-91DF-CEBD-F846-CA58D453B65C}"/>
              </a:ext>
            </a:extLst>
          </p:cNvPr>
          <p:cNvSpPr>
            <a:spLocks noGrp="1"/>
          </p:cNvSpPr>
          <p:nvPr>
            <p:ph type="sldNum" sz="quarter" idx="12"/>
          </p:nvPr>
        </p:nvSpPr>
        <p:spPr/>
        <p:txBody>
          <a:bodyPr/>
          <a:lstStyle/>
          <a:p>
            <a:fld id="{5562212E-8616-451D-ADC7-58006DEC472E}" type="slidenum">
              <a:rPr lang="nb-NO" smtClean="0"/>
              <a:t>‹#›</a:t>
            </a:fld>
            <a:endParaRPr lang="nb-NO"/>
          </a:p>
        </p:txBody>
      </p:sp>
    </p:spTree>
    <p:extLst>
      <p:ext uri="{BB962C8B-B14F-4D97-AF65-F5344CB8AC3E}">
        <p14:creationId xmlns:p14="http://schemas.microsoft.com/office/powerpoint/2010/main" val="3736520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73718493-D49D-C6F1-CB14-F5DC8932C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D403479D-B7F1-3ACE-CF19-99CC89B7CE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44401181-C0E9-916A-EFFF-F82DEC4A44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0BE85E-D050-4591-A5BE-548EF2B463D8}" type="datetimeFigureOut">
              <a:rPr lang="nb-NO" smtClean="0"/>
              <a:t>14.06.2024</a:t>
            </a:fld>
            <a:endParaRPr lang="nb-NO"/>
          </a:p>
        </p:txBody>
      </p:sp>
      <p:sp>
        <p:nvSpPr>
          <p:cNvPr id="5" name="Plassholder for bunntekst 4">
            <a:extLst>
              <a:ext uri="{FF2B5EF4-FFF2-40B4-BE49-F238E27FC236}">
                <a16:creationId xmlns:a16="http://schemas.microsoft.com/office/drawing/2014/main" id="{D3F70ABE-2BDE-2E63-602F-AAAD1EACFA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2233874D-A73A-306C-6E98-86A0AB09D9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62212E-8616-451D-ADC7-58006DEC472E}" type="slidenum">
              <a:rPr lang="nb-NO" smtClean="0"/>
              <a:t>‹#›</a:t>
            </a:fld>
            <a:endParaRPr lang="nb-NO"/>
          </a:p>
        </p:txBody>
      </p:sp>
    </p:spTree>
    <p:extLst>
      <p:ext uri="{BB962C8B-B14F-4D97-AF65-F5344CB8AC3E}">
        <p14:creationId xmlns:p14="http://schemas.microsoft.com/office/powerpoint/2010/main" val="60194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4.xml"/><Relationship Id="rId7" Type="http://schemas.openxmlformats.org/officeDocument/2006/relationships/image" Target="../media/image1.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4C02E22-2710-F342-F4E4-0536F2550489}"/>
              </a:ext>
            </a:extLst>
          </p:cNvPr>
          <p:cNvSpPr>
            <a:spLocks noGrp="1"/>
          </p:cNvSpPr>
          <p:nvPr>
            <p:ph type="ctrTitle"/>
          </p:nvPr>
        </p:nvSpPr>
        <p:spPr>
          <a:xfrm>
            <a:off x="1524000" y="1122363"/>
            <a:ext cx="9144000" cy="1292363"/>
          </a:xfrm>
        </p:spPr>
        <p:txBody>
          <a:bodyPr/>
          <a:lstStyle/>
          <a:p>
            <a:r>
              <a:rPr lang="nb-NO" dirty="0" err="1"/>
              <a:t>Envision</a:t>
            </a:r>
            <a:r>
              <a:rPr lang="nb-NO" dirty="0"/>
              <a:t>-IT</a:t>
            </a:r>
          </a:p>
        </p:txBody>
      </p:sp>
      <p:sp>
        <p:nvSpPr>
          <p:cNvPr id="3" name="Undertittel 2">
            <a:extLst>
              <a:ext uri="{FF2B5EF4-FFF2-40B4-BE49-F238E27FC236}">
                <a16:creationId xmlns:a16="http://schemas.microsoft.com/office/drawing/2014/main" id="{04F434BF-96B6-AA34-4F6A-D576C649CA3C}"/>
              </a:ext>
            </a:extLst>
          </p:cNvPr>
          <p:cNvSpPr>
            <a:spLocks noGrp="1"/>
          </p:cNvSpPr>
          <p:nvPr>
            <p:ph type="subTitle" idx="1"/>
          </p:nvPr>
        </p:nvSpPr>
        <p:spPr>
          <a:xfrm>
            <a:off x="1524000" y="2911876"/>
            <a:ext cx="9144000" cy="2345924"/>
          </a:xfrm>
        </p:spPr>
        <p:txBody>
          <a:bodyPr/>
          <a:lstStyle/>
          <a:p>
            <a:r>
              <a:rPr lang="nb-NO" i="1" dirty="0"/>
              <a:t>Produktpresentasjon </a:t>
            </a:r>
          </a:p>
          <a:p>
            <a:endParaRPr lang="nb-NO" sz="100" dirty="0"/>
          </a:p>
          <a:p>
            <a:r>
              <a:rPr lang="nb-NO" sz="4400" b="1" dirty="0"/>
              <a:t>Systemet </a:t>
            </a:r>
            <a:r>
              <a:rPr lang="nb-NO" sz="4400" b="1" i="1" u="sng" dirty="0"/>
              <a:t>«Mitt hjem»</a:t>
            </a:r>
          </a:p>
          <a:p>
            <a:r>
              <a:rPr lang="nb-NO" dirty="0"/>
              <a:t>- med verktøykassen «</a:t>
            </a:r>
            <a:r>
              <a:rPr lang="nb-NO" i="1" dirty="0"/>
              <a:t>Mitt prosjekt»</a:t>
            </a:r>
            <a:endParaRPr lang="nb-NO" dirty="0"/>
          </a:p>
        </p:txBody>
      </p:sp>
    </p:spTree>
    <p:extLst>
      <p:ext uri="{BB962C8B-B14F-4D97-AF65-F5344CB8AC3E}">
        <p14:creationId xmlns:p14="http://schemas.microsoft.com/office/powerpoint/2010/main" val="241085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0B9728C-B046-50CB-4C27-7DAEF802F597}"/>
              </a:ext>
            </a:extLst>
          </p:cNvPr>
          <p:cNvSpPr>
            <a:spLocks noGrp="1"/>
          </p:cNvSpPr>
          <p:nvPr>
            <p:ph type="title"/>
          </p:nvPr>
        </p:nvSpPr>
        <p:spPr>
          <a:xfrm>
            <a:off x="838200" y="81039"/>
            <a:ext cx="10515600" cy="1325563"/>
          </a:xfrm>
        </p:spPr>
        <p:txBody>
          <a:bodyPr/>
          <a:lstStyle/>
          <a:p>
            <a:r>
              <a:rPr lang="nb-NO" i="1" dirty="0"/>
              <a:t>«Mitt hjem» </a:t>
            </a:r>
            <a:r>
              <a:rPr lang="nb-NO" dirty="0"/>
              <a:t>- </a:t>
            </a:r>
            <a:r>
              <a:rPr lang="nb-NO" u="sng" dirty="0"/>
              <a:t>ett</a:t>
            </a:r>
            <a:r>
              <a:rPr lang="nb-NO" dirty="0"/>
              <a:t> system for ditt bygg</a:t>
            </a:r>
          </a:p>
        </p:txBody>
      </p:sp>
      <p:graphicFrame>
        <p:nvGraphicFramePr>
          <p:cNvPr id="7" name="Plassholder for innhold 6">
            <a:extLst>
              <a:ext uri="{FF2B5EF4-FFF2-40B4-BE49-F238E27FC236}">
                <a16:creationId xmlns:a16="http://schemas.microsoft.com/office/drawing/2014/main" id="{8D440769-FDDF-4A46-2B2E-BC04FC3E2709}"/>
              </a:ext>
            </a:extLst>
          </p:cNvPr>
          <p:cNvGraphicFramePr>
            <a:graphicFrameLocks noGrp="1"/>
          </p:cNvGraphicFramePr>
          <p:nvPr>
            <p:ph idx="1"/>
            <p:extLst>
              <p:ext uri="{D42A27DB-BD31-4B8C-83A1-F6EECF244321}">
                <p14:modId xmlns:p14="http://schemas.microsoft.com/office/powerpoint/2010/main" val="1148887288"/>
              </p:ext>
            </p:extLst>
          </p:nvPr>
        </p:nvGraphicFramePr>
        <p:xfrm>
          <a:off x="8268809" y="1690688"/>
          <a:ext cx="3467470" cy="24711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kstSylinder 7">
            <a:extLst>
              <a:ext uri="{FF2B5EF4-FFF2-40B4-BE49-F238E27FC236}">
                <a16:creationId xmlns:a16="http://schemas.microsoft.com/office/drawing/2014/main" id="{0D23BDC8-29AF-60EF-B409-7EAAF099F3CA}"/>
              </a:ext>
            </a:extLst>
          </p:cNvPr>
          <p:cNvSpPr txBox="1"/>
          <p:nvPr/>
        </p:nvSpPr>
        <p:spPr>
          <a:xfrm>
            <a:off x="838200" y="1406602"/>
            <a:ext cx="7995082" cy="5001369"/>
          </a:xfrm>
          <a:prstGeom prst="rect">
            <a:avLst/>
          </a:prstGeom>
          <a:noFill/>
        </p:spPr>
        <p:txBody>
          <a:bodyPr wrap="square" rtlCol="0">
            <a:spAutoFit/>
          </a:bodyPr>
          <a:lstStyle/>
          <a:p>
            <a:r>
              <a:rPr lang="nb-NO" sz="1100" b="1" dirty="0"/>
              <a:t>Rammer rundt et liv</a:t>
            </a:r>
          </a:p>
          <a:p>
            <a:r>
              <a:rPr lang="nb-NO" sz="1100" dirty="0"/>
              <a:t>En bolig påvirker oss og de vi bor sammen med direkte - i form av både trivsel og helse. I tillegg er det å kjøpe bolig en av de største investeringene vi kan gjøre som privatpersoner. Vårt hjem representerer derfor gjerne også den største materielle verdien vi forvalter. </a:t>
            </a:r>
          </a:p>
          <a:p>
            <a:endParaRPr lang="nb-NO" sz="1100" b="1" i="1" dirty="0"/>
          </a:p>
          <a:p>
            <a:r>
              <a:rPr lang="nb-NO" sz="1100" b="1" i="1" dirty="0"/>
              <a:t>«Mitt hjem» </a:t>
            </a:r>
            <a:r>
              <a:rPr lang="nb-NO" sz="1100" b="1" dirty="0"/>
              <a:t>vil gi deg bedre oversikt og kontroll i hverdagen.</a:t>
            </a:r>
          </a:p>
          <a:p>
            <a:r>
              <a:rPr lang="nb-NO" sz="1100" dirty="0"/>
              <a:t>Med bakgrunn i vår kompetanse innenfor bygg- og eiendomsbransjen er vi overbevist om at du vil ha bedre forutsetninger for å ta vare på ditt hjem ved hjelp av vårt dynamiske system. Vi legger til rette for at riktig informasjon er tilgjengelig og oppdatert slik at den kommer deg og ditt bygg til nytte – også i morgen. </a:t>
            </a:r>
          </a:p>
          <a:p>
            <a:endParaRPr lang="nb-NO" sz="1100" dirty="0"/>
          </a:p>
          <a:p>
            <a:r>
              <a:rPr lang="nb-NO" sz="1100" b="1" dirty="0"/>
              <a:t>Alt er enkelt når du kan det</a:t>
            </a:r>
          </a:p>
          <a:p>
            <a:r>
              <a:rPr lang="nb-NO" sz="1100" dirty="0"/>
              <a:t>Gjennom </a:t>
            </a:r>
            <a:r>
              <a:rPr lang="nb-NO" sz="1100" i="1" dirty="0"/>
              <a:t>«Mitt hjem» </a:t>
            </a:r>
            <a:r>
              <a:rPr lang="nb-NO" sz="1100" dirty="0"/>
              <a:t>gjør vi det enklere å gjennomføre små oppgaver med stor betydning. Ved hjelp av vår </a:t>
            </a:r>
            <a:r>
              <a:rPr lang="nb-NO" sz="1100" dirty="0" err="1"/>
              <a:t>vedlikeholdskalender</a:t>
            </a:r>
            <a:r>
              <a:rPr lang="nb-NO" sz="1100" dirty="0"/>
              <a:t> slipper du å lure på hva du burde ha gjort. I stedet kan du dokumentere alt det gode du har gjort – til glede for deg og til nytte for andre.</a:t>
            </a:r>
          </a:p>
          <a:p>
            <a:endParaRPr lang="nb-NO" sz="1100" dirty="0"/>
          </a:p>
          <a:p>
            <a:r>
              <a:rPr lang="nb-NO" sz="1100" b="1" dirty="0"/>
              <a:t>Det blir ikke dyrere av å vite at det blir dyrt</a:t>
            </a:r>
          </a:p>
          <a:p>
            <a:r>
              <a:rPr lang="nb-NO" sz="1100" dirty="0"/>
              <a:t>De større vedlikeholdsprosjektene ligger forhåpentligvis langt frem i tid. Sammen lager vi en vedlikeholdsplan som synliggjør når ulike prosjekter bør gjennomføres og hva det sannsynligvis vil koste. Det gjør det enklere for deg å planlegge og prioritere hvilke prosjekter som skal gjennomføres og hva du ønsker å utsette.</a:t>
            </a:r>
          </a:p>
          <a:p>
            <a:endParaRPr lang="nb-NO" sz="1100" dirty="0"/>
          </a:p>
          <a:p>
            <a:r>
              <a:rPr lang="nb-NO" sz="1100" b="1" dirty="0"/>
              <a:t>Åpenhet og ærlighet – satt i system</a:t>
            </a:r>
          </a:p>
          <a:p>
            <a:r>
              <a:rPr lang="nb-NO" sz="1100" dirty="0"/>
              <a:t>I tillegg til nødvendige vedlikeholdsprosjekter liker vi i Norge å pusse opp. Dette betyr at boligen vår i løpet av årenes løp gjennomgår både små og store endringer. Ved å bruke verktøyet  «Mitt prosjekt» ligger alt til rette for en ryddig og oversiktlig prosjektgjennomføring i samspill med alle prosjektdeltagerne. Når prosjektene er ferdig er naturligvis </a:t>
            </a:r>
            <a:r>
              <a:rPr lang="nb-NO" sz="1100" i="1" dirty="0"/>
              <a:t>«Mitt hjem» </a:t>
            </a:r>
            <a:r>
              <a:rPr lang="nb-NO" sz="1100" dirty="0"/>
              <a:t>oppdatert med relevant dokumentasjon, oppdatert vedlikeholdsplan og klargjort for neste prosjekt.</a:t>
            </a:r>
          </a:p>
          <a:p>
            <a:endParaRPr lang="nb-NO" sz="1100" dirty="0"/>
          </a:p>
          <a:p>
            <a:r>
              <a:rPr lang="nb-NO" sz="1100" b="1" dirty="0"/>
              <a:t>Velkommen hjem – til </a:t>
            </a:r>
            <a:r>
              <a:rPr lang="nb-NO" sz="1100" b="1" i="1" dirty="0"/>
              <a:t>«Mitt hjem»</a:t>
            </a:r>
          </a:p>
          <a:p>
            <a:endParaRPr lang="nb-NO" sz="1100" dirty="0"/>
          </a:p>
          <a:p>
            <a:endParaRPr lang="nb-NO" sz="1100" dirty="0"/>
          </a:p>
        </p:txBody>
      </p:sp>
    </p:spTree>
    <p:extLst>
      <p:ext uri="{BB962C8B-B14F-4D97-AF65-F5344CB8AC3E}">
        <p14:creationId xmlns:p14="http://schemas.microsoft.com/office/powerpoint/2010/main" val="1413422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0B9728C-B046-50CB-4C27-7DAEF802F597}"/>
              </a:ext>
            </a:extLst>
          </p:cNvPr>
          <p:cNvSpPr>
            <a:spLocks noGrp="1"/>
          </p:cNvSpPr>
          <p:nvPr>
            <p:ph type="title"/>
          </p:nvPr>
        </p:nvSpPr>
        <p:spPr>
          <a:xfrm>
            <a:off x="838200" y="81039"/>
            <a:ext cx="10515600" cy="1325563"/>
          </a:xfrm>
        </p:spPr>
        <p:txBody>
          <a:bodyPr/>
          <a:lstStyle/>
          <a:p>
            <a:r>
              <a:rPr lang="nb-NO" i="1" dirty="0"/>
              <a:t>«Mitt hjem» </a:t>
            </a:r>
            <a:r>
              <a:rPr lang="nb-NO" dirty="0"/>
              <a:t>- </a:t>
            </a:r>
            <a:r>
              <a:rPr lang="nb-NO" u="sng" dirty="0"/>
              <a:t>prismodell</a:t>
            </a:r>
            <a:endParaRPr lang="nb-NO" dirty="0"/>
          </a:p>
        </p:txBody>
      </p:sp>
      <p:sp>
        <p:nvSpPr>
          <p:cNvPr id="8" name="TekstSylinder 7">
            <a:extLst>
              <a:ext uri="{FF2B5EF4-FFF2-40B4-BE49-F238E27FC236}">
                <a16:creationId xmlns:a16="http://schemas.microsoft.com/office/drawing/2014/main" id="{0D23BDC8-29AF-60EF-B409-7EAAF099F3CA}"/>
              </a:ext>
            </a:extLst>
          </p:cNvPr>
          <p:cNvSpPr txBox="1"/>
          <p:nvPr/>
        </p:nvSpPr>
        <p:spPr>
          <a:xfrm>
            <a:off x="838200" y="1406602"/>
            <a:ext cx="7995082" cy="430887"/>
          </a:xfrm>
          <a:prstGeom prst="rect">
            <a:avLst/>
          </a:prstGeom>
          <a:noFill/>
        </p:spPr>
        <p:txBody>
          <a:bodyPr wrap="square" rtlCol="0">
            <a:spAutoFit/>
          </a:bodyPr>
          <a:lstStyle/>
          <a:p>
            <a:endParaRPr lang="nb-NO" sz="1100" dirty="0"/>
          </a:p>
          <a:p>
            <a:endParaRPr lang="nb-NO" sz="1100" dirty="0"/>
          </a:p>
        </p:txBody>
      </p:sp>
      <p:graphicFrame>
        <p:nvGraphicFramePr>
          <p:cNvPr id="5" name="Diagram 4">
            <a:extLst>
              <a:ext uri="{FF2B5EF4-FFF2-40B4-BE49-F238E27FC236}">
                <a16:creationId xmlns:a16="http://schemas.microsoft.com/office/drawing/2014/main" id="{8BE4FFEC-74D0-9A60-741E-780BC21ED5FD}"/>
              </a:ext>
            </a:extLst>
          </p:cNvPr>
          <p:cNvGraphicFramePr/>
          <p:nvPr>
            <p:extLst>
              <p:ext uri="{D42A27DB-BD31-4B8C-83A1-F6EECF244321}">
                <p14:modId xmlns:p14="http://schemas.microsoft.com/office/powerpoint/2010/main" val="1835939675"/>
              </p:ext>
            </p:extLst>
          </p:nvPr>
        </p:nvGraphicFramePr>
        <p:xfrm>
          <a:off x="6096000" y="1589136"/>
          <a:ext cx="6073315" cy="4851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kstSylinder 5">
            <a:extLst>
              <a:ext uri="{FF2B5EF4-FFF2-40B4-BE49-F238E27FC236}">
                <a16:creationId xmlns:a16="http://schemas.microsoft.com/office/drawing/2014/main" id="{7339DB98-DE55-40DB-CF3A-C023CF3F3011}"/>
              </a:ext>
            </a:extLst>
          </p:cNvPr>
          <p:cNvSpPr txBox="1"/>
          <p:nvPr/>
        </p:nvSpPr>
        <p:spPr>
          <a:xfrm>
            <a:off x="1047564" y="1622045"/>
            <a:ext cx="4767310" cy="4247317"/>
          </a:xfrm>
          <a:prstGeom prst="rect">
            <a:avLst/>
          </a:prstGeom>
          <a:noFill/>
        </p:spPr>
        <p:txBody>
          <a:bodyPr wrap="square" rtlCol="0">
            <a:spAutoFit/>
          </a:bodyPr>
          <a:lstStyle/>
          <a:p>
            <a:r>
              <a:rPr lang="nb-NO" dirty="0"/>
              <a:t>«</a:t>
            </a:r>
            <a:r>
              <a:rPr lang="nb-NO" i="1" dirty="0"/>
              <a:t>Mitt hjem» </a:t>
            </a:r>
            <a:r>
              <a:rPr lang="nb-NO" dirty="0"/>
              <a:t>er en abonnementsløsning hvor du som privatperson får tilgang til et dynamisk system som forenkler og effektiviserer forhold rundt din bolig. Det inneholder i tillegg profesjonelle prosjektstyringsverktøy og utgjør i så måte et komplett system for både deg som huseier og de ulike fagfolkene som skal bidra inn i ditt bygg. </a:t>
            </a:r>
          </a:p>
          <a:p>
            <a:endParaRPr lang="nb-NO" dirty="0"/>
          </a:p>
          <a:p>
            <a:r>
              <a:rPr lang="nb-NO" dirty="0"/>
              <a:t>Du har med andre ord samme funksjonalitet på ditt </a:t>
            </a:r>
            <a:r>
              <a:rPr lang="nb-NO" dirty="0" err="1"/>
              <a:t>byggsystem</a:t>
            </a:r>
            <a:r>
              <a:rPr lang="nb-NO" dirty="0"/>
              <a:t> som de profesjonelle aktørene i markedet. Med vårt fagkontor i ryggen er du godt forberedt til å håndtere både små og store prosjekter på en ryddig, oversiktlig </a:t>
            </a:r>
          </a:p>
        </p:txBody>
      </p:sp>
    </p:spTree>
    <p:extLst>
      <p:ext uri="{BB962C8B-B14F-4D97-AF65-F5344CB8AC3E}">
        <p14:creationId xmlns:p14="http://schemas.microsoft.com/office/powerpoint/2010/main" val="3186759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6D2FCDE-2116-69F5-5823-E773FA10F47B}"/>
              </a:ext>
            </a:extLst>
          </p:cNvPr>
          <p:cNvSpPr>
            <a:spLocks noGrp="1"/>
          </p:cNvSpPr>
          <p:nvPr>
            <p:ph type="title"/>
          </p:nvPr>
        </p:nvSpPr>
        <p:spPr/>
        <p:txBody>
          <a:bodyPr/>
          <a:lstStyle/>
          <a:p>
            <a:r>
              <a:rPr lang="nb-NO" dirty="0"/>
              <a:t>Verktøykassen </a:t>
            </a:r>
            <a:r>
              <a:rPr lang="nb-NO" i="1" dirty="0"/>
              <a:t>«Mitt prosjekt»</a:t>
            </a:r>
          </a:p>
        </p:txBody>
      </p:sp>
      <p:graphicFrame>
        <p:nvGraphicFramePr>
          <p:cNvPr id="4" name="Plassholder for innhold 3">
            <a:extLst>
              <a:ext uri="{FF2B5EF4-FFF2-40B4-BE49-F238E27FC236}">
                <a16:creationId xmlns:a16="http://schemas.microsoft.com/office/drawing/2014/main" id="{E58DD70C-CB64-9CDB-CF99-C5FCC27D6219}"/>
              </a:ext>
            </a:extLst>
          </p:cNvPr>
          <p:cNvGraphicFramePr>
            <a:graphicFrameLocks noGrp="1"/>
          </p:cNvGraphicFramePr>
          <p:nvPr>
            <p:ph idx="1"/>
            <p:extLst>
              <p:ext uri="{D42A27DB-BD31-4B8C-83A1-F6EECF244321}">
                <p14:modId xmlns:p14="http://schemas.microsoft.com/office/powerpoint/2010/main" val="1665795455"/>
              </p:ext>
            </p:extLst>
          </p:nvPr>
        </p:nvGraphicFramePr>
        <p:xfrm>
          <a:off x="7617040" y="1825625"/>
          <a:ext cx="3736759" cy="3687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kstSylinder 4">
            <a:extLst>
              <a:ext uri="{FF2B5EF4-FFF2-40B4-BE49-F238E27FC236}">
                <a16:creationId xmlns:a16="http://schemas.microsoft.com/office/drawing/2014/main" id="{2DE45470-19DD-B090-19E5-A972F09941AB}"/>
              </a:ext>
            </a:extLst>
          </p:cNvPr>
          <p:cNvSpPr txBox="1"/>
          <p:nvPr/>
        </p:nvSpPr>
        <p:spPr>
          <a:xfrm>
            <a:off x="838200" y="1825625"/>
            <a:ext cx="5926584" cy="3970318"/>
          </a:xfrm>
          <a:prstGeom prst="rect">
            <a:avLst/>
          </a:prstGeom>
          <a:noFill/>
        </p:spPr>
        <p:txBody>
          <a:bodyPr wrap="square" rtlCol="0">
            <a:spAutoFit/>
          </a:bodyPr>
          <a:lstStyle/>
          <a:p>
            <a:r>
              <a:rPr lang="nb-NO" dirty="0"/>
              <a:t>«Mitt prosjekt henter relevant informasjon som tegninger, bilder og beskrivelser fra </a:t>
            </a:r>
            <a:r>
              <a:rPr lang="nb-NO" i="1" dirty="0"/>
              <a:t>«Mitt hjem». </a:t>
            </a:r>
            <a:r>
              <a:rPr lang="nb-NO" dirty="0"/>
              <a:t>Prosjektet kan derfor gjenbruke informasjon som allerede eksisterer i stedet for å gjennomføre tidkrevende befaringer og utarbeidelse av prosjektgrunnlag.</a:t>
            </a:r>
          </a:p>
          <a:p>
            <a:endParaRPr lang="nb-NO" dirty="0"/>
          </a:p>
          <a:p>
            <a:r>
              <a:rPr lang="nb-NO" dirty="0"/>
              <a:t>Prosjektgjennomføringen er direkte koblet til «Mitt hjem» og informasjon som må følge bygget etter at prosjektet er utført tilføres derfor fortløpende </a:t>
            </a:r>
            <a:r>
              <a:rPr lang="nb-NO" i="1" dirty="0"/>
              <a:t>«Mitt hjem» </a:t>
            </a:r>
          </a:p>
          <a:p>
            <a:endParaRPr lang="nb-NO" dirty="0"/>
          </a:p>
          <a:p>
            <a:r>
              <a:rPr lang="nb-NO" dirty="0"/>
              <a:t>Dette gir deg et godt utgangspunkt for å ta vare på din bolig i dag og et oppdatert grunnlag til neste prosjekt. Det utgjør også den beste dokumentasjonen dersom du en gang i fremtiden skal overlate boligen til andre.</a:t>
            </a:r>
            <a:endParaRPr lang="nb-NO" i="1" dirty="0"/>
          </a:p>
        </p:txBody>
      </p:sp>
    </p:spTree>
    <p:extLst>
      <p:ext uri="{BB962C8B-B14F-4D97-AF65-F5344CB8AC3E}">
        <p14:creationId xmlns:p14="http://schemas.microsoft.com/office/powerpoint/2010/main" val="325523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0B9728C-B046-50CB-4C27-7DAEF802F597}"/>
              </a:ext>
            </a:extLst>
          </p:cNvPr>
          <p:cNvSpPr>
            <a:spLocks noGrp="1"/>
          </p:cNvSpPr>
          <p:nvPr>
            <p:ph type="title"/>
          </p:nvPr>
        </p:nvSpPr>
        <p:spPr>
          <a:xfrm>
            <a:off x="838200" y="81039"/>
            <a:ext cx="10515600" cy="1325563"/>
          </a:xfrm>
        </p:spPr>
        <p:txBody>
          <a:bodyPr>
            <a:normAutofit/>
          </a:bodyPr>
          <a:lstStyle/>
          <a:p>
            <a:r>
              <a:rPr lang="nb-NO" sz="4000" i="1" dirty="0"/>
              <a:t>«Mitt prosjekt» </a:t>
            </a:r>
            <a:r>
              <a:rPr lang="nb-NO" sz="4000" dirty="0"/>
              <a:t>- </a:t>
            </a:r>
            <a:r>
              <a:rPr lang="nb-NO" sz="4000" u="sng" dirty="0"/>
              <a:t>åpenhet og ærlighet satt i system</a:t>
            </a:r>
            <a:endParaRPr lang="nb-NO" sz="4000" dirty="0"/>
          </a:p>
        </p:txBody>
      </p:sp>
      <p:graphicFrame>
        <p:nvGraphicFramePr>
          <p:cNvPr id="7" name="Plassholder for innhold 6">
            <a:extLst>
              <a:ext uri="{FF2B5EF4-FFF2-40B4-BE49-F238E27FC236}">
                <a16:creationId xmlns:a16="http://schemas.microsoft.com/office/drawing/2014/main" id="{8D440769-FDDF-4A46-2B2E-BC04FC3E2709}"/>
              </a:ext>
            </a:extLst>
          </p:cNvPr>
          <p:cNvGraphicFramePr>
            <a:graphicFrameLocks noGrp="1"/>
          </p:cNvGraphicFramePr>
          <p:nvPr>
            <p:ph idx="1"/>
            <p:extLst>
              <p:ext uri="{D42A27DB-BD31-4B8C-83A1-F6EECF244321}">
                <p14:modId xmlns:p14="http://schemas.microsoft.com/office/powerpoint/2010/main" val="3722598368"/>
              </p:ext>
            </p:extLst>
          </p:nvPr>
        </p:nvGraphicFramePr>
        <p:xfrm>
          <a:off x="8268809" y="1690688"/>
          <a:ext cx="3467470" cy="24711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kstSylinder 7">
            <a:extLst>
              <a:ext uri="{FF2B5EF4-FFF2-40B4-BE49-F238E27FC236}">
                <a16:creationId xmlns:a16="http://schemas.microsoft.com/office/drawing/2014/main" id="{0D23BDC8-29AF-60EF-B409-7EAAF099F3CA}"/>
              </a:ext>
            </a:extLst>
          </p:cNvPr>
          <p:cNvSpPr txBox="1"/>
          <p:nvPr/>
        </p:nvSpPr>
        <p:spPr>
          <a:xfrm>
            <a:off x="838200" y="1406602"/>
            <a:ext cx="7995082" cy="4493538"/>
          </a:xfrm>
          <a:prstGeom prst="rect">
            <a:avLst/>
          </a:prstGeom>
          <a:noFill/>
        </p:spPr>
        <p:txBody>
          <a:bodyPr wrap="square" rtlCol="0">
            <a:spAutoFit/>
          </a:bodyPr>
          <a:lstStyle/>
          <a:p>
            <a:r>
              <a:rPr lang="nb-NO" sz="1100" b="1" dirty="0"/>
              <a:t>Sammen for 2+2=5</a:t>
            </a:r>
          </a:p>
          <a:p>
            <a:r>
              <a:rPr lang="nb-NO" sz="1100" dirty="0"/>
              <a:t>Et godt prosjekt skal gi økt verdi for alle involverte. Du som byggherre skal oppleve at fremdrift, kostnad og resultat er i tråd med dine forventninger. Dette skal imidlertid skje parallelt med at de som utfører jobben har forutsetninger for å ha en god arbeidshverdag. I dette ligger naturligvis en forutsetning om at entreprenøren skal tjene penger på et realt stykke arbeid.</a:t>
            </a:r>
          </a:p>
          <a:p>
            <a:endParaRPr lang="nb-NO" sz="1100" b="1" i="1" dirty="0"/>
          </a:p>
          <a:p>
            <a:r>
              <a:rPr lang="nb-NO" sz="1100" b="1" dirty="0"/>
              <a:t>Å spille med åpne kort</a:t>
            </a:r>
          </a:p>
          <a:p>
            <a:r>
              <a:rPr lang="nb-NO" sz="1100" dirty="0"/>
              <a:t>Den beste forutsetningen for å gjennomføre et godt prosjekt består av en </a:t>
            </a:r>
            <a:r>
              <a:rPr lang="nb-NO" sz="1100" u="sng" dirty="0"/>
              <a:t>konkret</a:t>
            </a:r>
            <a:r>
              <a:rPr lang="nb-NO" sz="1100" dirty="0"/>
              <a:t> plan som åpent synliggjør både planlagt fremdrift, kostnad og resultat. Denne planen må være basert på riktig informasjon, og koblingen til  </a:t>
            </a:r>
            <a:r>
              <a:rPr lang="nb-NO" sz="1100" i="1" dirty="0"/>
              <a:t>«Mitt hjem»</a:t>
            </a:r>
            <a:r>
              <a:rPr lang="nb-NO" sz="1100" dirty="0"/>
              <a:t> representerer dermed et fantastisk utgangspunkt for en slik plan.  </a:t>
            </a:r>
          </a:p>
          <a:p>
            <a:endParaRPr lang="nb-NO" sz="1100" dirty="0"/>
          </a:p>
          <a:p>
            <a:r>
              <a:rPr lang="nb-NO" sz="1100" b="1" dirty="0"/>
              <a:t>En </a:t>
            </a:r>
            <a:r>
              <a:rPr lang="nb-NO" sz="1100" b="1" i="1" dirty="0"/>
              <a:t>enklere</a:t>
            </a:r>
            <a:r>
              <a:rPr lang="nb-NO" sz="1100" b="1" dirty="0"/>
              <a:t> samtale om det vanskelige</a:t>
            </a:r>
          </a:p>
          <a:p>
            <a:r>
              <a:rPr lang="nb-NO" sz="1100" i="1" dirty="0" err="1"/>
              <a:t>Shit</a:t>
            </a:r>
            <a:r>
              <a:rPr lang="nb-NO" sz="1100" i="1" dirty="0"/>
              <a:t> </a:t>
            </a:r>
            <a:r>
              <a:rPr lang="nb-NO" sz="1100" i="1" dirty="0" err="1"/>
              <a:t>happens</a:t>
            </a:r>
            <a:r>
              <a:rPr lang="nb-NO" sz="1100" i="1" dirty="0"/>
              <a:t>! </a:t>
            </a:r>
            <a:r>
              <a:rPr lang="nb-NO" sz="1100" dirty="0"/>
              <a:t>En detaljert plan gir alle involverte mulighet til å raskt oppdage forhold som avviker fra planen, og som dermed også kan påvirke både fremdrift, kostnad og resultat. Gjennom å adressere dette raskt er forutsetningene bedre for å finne gode løsninger sammen. Når samtaler om endringer i tillegg kan forstås opp mot konkrete punkter i en omforent plan blir det enklere å avklare hva dette betyr i praksis. Dette gir igjen grunnlag for en oppdatert plan som er synkronisert med byggherrens oppdaterte forventninger.</a:t>
            </a:r>
          </a:p>
          <a:p>
            <a:endParaRPr lang="nb-NO" sz="1100" dirty="0"/>
          </a:p>
          <a:p>
            <a:r>
              <a:rPr lang="nb-NO" sz="1100" b="1" dirty="0"/>
              <a:t>Åpenhet og ærlighet – satt i system</a:t>
            </a:r>
          </a:p>
          <a:p>
            <a:r>
              <a:rPr lang="nb-NO" sz="1100" dirty="0"/>
              <a:t>Ved å bruke verktøyet  «Mitt prosjekt» ligger alt til rette for en ryddig og oversiktlig prosjektgjennomføring i samspill med alle prosjektdeltagerne. Når prosjektene er ferdig er naturligvis </a:t>
            </a:r>
            <a:r>
              <a:rPr lang="nb-NO" sz="1100" i="1" dirty="0"/>
              <a:t>«Mitt hjem» </a:t>
            </a:r>
            <a:r>
              <a:rPr lang="nb-NO" sz="1100" dirty="0"/>
              <a:t>oppdatert med relevant dokumentasjon, oppdatert vedlikeholdsplan og klargjort for neste prosjekt.</a:t>
            </a:r>
          </a:p>
          <a:p>
            <a:endParaRPr lang="nb-NO" sz="1100" dirty="0"/>
          </a:p>
          <a:p>
            <a:r>
              <a:rPr lang="nb-NO" sz="1100" b="1" dirty="0"/>
              <a:t>Godt prosjekt – med </a:t>
            </a:r>
            <a:r>
              <a:rPr lang="nb-NO" sz="1100" b="1" i="1" dirty="0"/>
              <a:t>«Mitt prosjekt»</a:t>
            </a:r>
          </a:p>
          <a:p>
            <a:endParaRPr lang="nb-NO" sz="1100" dirty="0"/>
          </a:p>
          <a:p>
            <a:endParaRPr lang="nb-NO" sz="1100" dirty="0"/>
          </a:p>
        </p:txBody>
      </p:sp>
      <p:pic>
        <p:nvPicPr>
          <p:cNvPr id="4" name="Grafikk 3" descr="Omriss av et engleansikt kontur">
            <a:extLst>
              <a:ext uri="{FF2B5EF4-FFF2-40B4-BE49-F238E27FC236}">
                <a16:creationId xmlns:a16="http://schemas.microsoft.com/office/drawing/2014/main" id="{B7EAB8F9-C6B8-EEB9-0DBE-E3A3C6E6FB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71046" y="1912536"/>
            <a:ext cx="2642787" cy="2642787"/>
          </a:xfrm>
          <a:prstGeom prst="rect">
            <a:avLst/>
          </a:prstGeom>
        </p:spPr>
      </p:pic>
    </p:spTree>
    <p:extLst>
      <p:ext uri="{BB962C8B-B14F-4D97-AF65-F5344CB8AC3E}">
        <p14:creationId xmlns:p14="http://schemas.microsoft.com/office/powerpoint/2010/main" val="1771982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0056A46-FDDB-C501-DD15-512CFC430194}"/>
              </a:ext>
            </a:extLst>
          </p:cNvPr>
          <p:cNvSpPr>
            <a:spLocks noGrp="1"/>
          </p:cNvSpPr>
          <p:nvPr>
            <p:ph type="title"/>
          </p:nvPr>
        </p:nvSpPr>
        <p:spPr/>
        <p:txBody>
          <a:bodyPr/>
          <a:lstStyle/>
          <a:p>
            <a:r>
              <a:rPr lang="nb-NO" dirty="0"/>
              <a:t>Vårt fagkontor – din trygghet</a:t>
            </a:r>
          </a:p>
        </p:txBody>
      </p:sp>
      <p:sp>
        <p:nvSpPr>
          <p:cNvPr id="3" name="Plassholder for innhold 2">
            <a:extLst>
              <a:ext uri="{FF2B5EF4-FFF2-40B4-BE49-F238E27FC236}">
                <a16:creationId xmlns:a16="http://schemas.microsoft.com/office/drawing/2014/main" id="{EB255403-D64F-B046-1A04-1A701B477A81}"/>
              </a:ext>
            </a:extLst>
          </p:cNvPr>
          <p:cNvSpPr>
            <a:spLocks noGrp="1"/>
          </p:cNvSpPr>
          <p:nvPr>
            <p:ph idx="1"/>
          </p:nvPr>
        </p:nvSpPr>
        <p:spPr/>
        <p:txBody>
          <a:bodyPr>
            <a:normAutofit fontScale="77500" lnSpcReduction="20000"/>
          </a:bodyPr>
          <a:lstStyle/>
          <a:p>
            <a:r>
              <a:rPr lang="nb-NO" dirty="0"/>
              <a:t>Byggherrerepresentant </a:t>
            </a:r>
          </a:p>
          <a:p>
            <a:pPr lvl="1"/>
            <a:r>
              <a:rPr lang="nb-NO" dirty="0"/>
              <a:t>Tilbudsfase</a:t>
            </a:r>
          </a:p>
          <a:p>
            <a:pPr lvl="2"/>
            <a:r>
              <a:rPr lang="nb-NO" dirty="0"/>
              <a:t>Som privatperson kan det være vanskelig å vurdere realisme i forhold som fremdrift, kostnad og kvalitet fra ulike tilbydere. Gjennom funksjonaliteten i </a:t>
            </a:r>
            <a:r>
              <a:rPr lang="nb-NO" i="1" dirty="0"/>
              <a:t>«Mitt hjem» </a:t>
            </a:r>
            <a:r>
              <a:rPr lang="nb-NO" dirty="0"/>
              <a:t>har vi anledning til å se og vurdere innholdet i tilbudet sammen med deg.</a:t>
            </a:r>
          </a:p>
          <a:p>
            <a:pPr lvl="1"/>
            <a:r>
              <a:rPr lang="nb-NO" dirty="0"/>
              <a:t>Gjennomføringsfase</a:t>
            </a:r>
          </a:p>
          <a:p>
            <a:pPr lvl="2"/>
            <a:r>
              <a:rPr lang="nb-NO" dirty="0"/>
              <a:t>Å følge opp byggeprosjekter uten </a:t>
            </a:r>
            <a:r>
              <a:rPr lang="nb-NO" dirty="0" err="1"/>
              <a:t>byggfaglig</a:t>
            </a:r>
            <a:r>
              <a:rPr lang="nb-NO" dirty="0"/>
              <a:t> kompetanse kan være krevende. Vi har både system, kompetanse og utstyr til å bistå deg i både små og store prosjekter. Dette vil bidra til bedre kontroll på både fremdrift, kostnad og resultat. Alt dokumenteres naturligvis gjennom </a:t>
            </a:r>
            <a:r>
              <a:rPr lang="nb-NO" i="1" dirty="0"/>
              <a:t>«Mitt prosjekt», </a:t>
            </a:r>
            <a:r>
              <a:rPr lang="nb-NO" dirty="0"/>
              <a:t>noe som gjør at du har full oversikt gjennom hele prosjektet.</a:t>
            </a:r>
          </a:p>
          <a:p>
            <a:pPr lvl="1"/>
            <a:r>
              <a:rPr lang="nb-NO" dirty="0"/>
              <a:t>Overtagelse</a:t>
            </a:r>
          </a:p>
          <a:p>
            <a:pPr lvl="2"/>
            <a:r>
              <a:rPr lang="nb-NO" dirty="0"/>
              <a:t>Når prosjektet er ferdig skal dokumentasjonen i </a:t>
            </a:r>
            <a:r>
              <a:rPr lang="nb-NO" i="1" dirty="0"/>
              <a:t>«Mitt hjem» </a:t>
            </a:r>
            <a:r>
              <a:rPr lang="nb-NO" dirty="0"/>
              <a:t>være komplett. Vi kan hjelpe deg med å påse at riktig informasjon foreligger, og at endringer i eksisterende dokumenter og tegninger blir oppdatert.  </a:t>
            </a:r>
          </a:p>
          <a:p>
            <a:r>
              <a:rPr lang="nb-NO" dirty="0"/>
              <a:t>Utarbeide vedlikeholdsplaner</a:t>
            </a:r>
          </a:p>
          <a:p>
            <a:pPr lvl="1"/>
            <a:r>
              <a:rPr lang="nb-NO" dirty="0"/>
              <a:t>Med utgangspunkt i tilstanden på ditt bygg utarbeider vi </a:t>
            </a:r>
            <a:r>
              <a:rPr lang="nb-NO"/>
              <a:t>en dynamisk vedlikeholdsplan</a:t>
            </a:r>
            <a:r>
              <a:rPr lang="nb-NO" dirty="0"/>
              <a:t>. Denne planen vil skille mellom årlige oppgaver som du enkelt kan gjennomføre selv, og mer omfattende tiltak som gjerne krever både fagfolk og økonomi. Vi foretar en forenklet kostnadsvurdering slik at du får bedre forutsetninger til å prioritere og planlegge tiltak. </a:t>
            </a:r>
          </a:p>
        </p:txBody>
      </p:sp>
    </p:spTree>
    <p:extLst>
      <p:ext uri="{BB962C8B-B14F-4D97-AF65-F5344CB8AC3E}">
        <p14:creationId xmlns:p14="http://schemas.microsoft.com/office/powerpoint/2010/main" val="3439492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0056A46-FDDB-C501-DD15-512CFC430194}"/>
              </a:ext>
            </a:extLst>
          </p:cNvPr>
          <p:cNvSpPr>
            <a:spLocks noGrp="1"/>
          </p:cNvSpPr>
          <p:nvPr>
            <p:ph type="title"/>
          </p:nvPr>
        </p:nvSpPr>
        <p:spPr/>
        <p:txBody>
          <a:bodyPr/>
          <a:lstStyle/>
          <a:p>
            <a:r>
              <a:rPr lang="nb-NO" dirty="0"/>
              <a:t>Vårt produksjonskontor – din trygghet</a:t>
            </a:r>
          </a:p>
        </p:txBody>
      </p:sp>
      <p:sp>
        <p:nvSpPr>
          <p:cNvPr id="3" name="Plassholder for innhold 2">
            <a:extLst>
              <a:ext uri="{FF2B5EF4-FFF2-40B4-BE49-F238E27FC236}">
                <a16:creationId xmlns:a16="http://schemas.microsoft.com/office/drawing/2014/main" id="{EB255403-D64F-B046-1A04-1A701B477A81}"/>
              </a:ext>
            </a:extLst>
          </p:cNvPr>
          <p:cNvSpPr>
            <a:spLocks noGrp="1"/>
          </p:cNvSpPr>
          <p:nvPr>
            <p:ph idx="1"/>
          </p:nvPr>
        </p:nvSpPr>
        <p:spPr/>
        <p:txBody>
          <a:bodyPr>
            <a:normAutofit/>
          </a:bodyPr>
          <a:lstStyle/>
          <a:p>
            <a:r>
              <a:rPr lang="nb-NO" dirty="0" err="1"/>
              <a:t>Scan</a:t>
            </a:r>
            <a:r>
              <a:rPr lang="nb-NO" dirty="0"/>
              <a:t> til tegning</a:t>
            </a:r>
          </a:p>
          <a:p>
            <a:pPr lvl="1"/>
            <a:r>
              <a:rPr lang="nb-NO" dirty="0"/>
              <a:t>Mangler du dokumentasjon på ditt bygg har vi både system, kompetanse og utstyr til å innhente og utarbeide riktige 3D-tegninger. På denne måten sørger vi for å etablere kjernen i din digitale tvilling som utgjør grunnlaget som vi sammen bygger videre på slik </a:t>
            </a:r>
          </a:p>
        </p:txBody>
      </p:sp>
    </p:spTree>
    <p:extLst>
      <p:ext uri="{BB962C8B-B14F-4D97-AF65-F5344CB8AC3E}">
        <p14:creationId xmlns:p14="http://schemas.microsoft.com/office/powerpoint/2010/main" val="154931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285DF85-F7E8-DECE-B3C7-05A456DBE58D}"/>
              </a:ext>
            </a:extLst>
          </p:cNvPr>
          <p:cNvSpPr>
            <a:spLocks noGrp="1"/>
          </p:cNvSpPr>
          <p:nvPr>
            <p:ph type="title"/>
          </p:nvPr>
        </p:nvSpPr>
        <p:spPr/>
        <p:txBody>
          <a:bodyPr/>
          <a:lstStyle/>
          <a:p>
            <a:endParaRPr lang="nb-NO"/>
          </a:p>
        </p:txBody>
      </p:sp>
      <p:sp>
        <p:nvSpPr>
          <p:cNvPr id="3" name="Plassholder for innhold 2">
            <a:extLst>
              <a:ext uri="{FF2B5EF4-FFF2-40B4-BE49-F238E27FC236}">
                <a16:creationId xmlns:a16="http://schemas.microsoft.com/office/drawing/2014/main" id="{48409FD1-38A6-AA46-4A32-510A0973215F}"/>
              </a:ext>
            </a:extLst>
          </p:cNvPr>
          <p:cNvSpPr>
            <a:spLocks noGrp="1"/>
          </p:cNvSpPr>
          <p:nvPr>
            <p:ph idx="1"/>
          </p:nvPr>
        </p:nvSpPr>
        <p:spPr/>
        <p:txBody>
          <a:bodyPr/>
          <a:lstStyle/>
          <a:p>
            <a:endParaRPr lang="nb-NO"/>
          </a:p>
        </p:txBody>
      </p:sp>
    </p:spTree>
    <p:extLst>
      <p:ext uri="{BB962C8B-B14F-4D97-AF65-F5344CB8AC3E}">
        <p14:creationId xmlns:p14="http://schemas.microsoft.com/office/powerpoint/2010/main" val="848008899"/>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5734</TotalTime>
  <Words>1180</Words>
  <Application>Microsoft Office PowerPoint</Application>
  <PresentationFormat>Widescreen</PresentationFormat>
  <Paragraphs>71</Paragraphs>
  <Slides>8</Slides>
  <Notes>0</Notes>
  <HiddenSlides>0</HiddenSlides>
  <MMClips>0</MMClips>
  <ScaleCrop>false</ScaleCrop>
  <HeadingPairs>
    <vt:vector size="6" baseType="variant">
      <vt:variant>
        <vt:lpstr>Brukte skrifter</vt:lpstr>
      </vt:variant>
      <vt:variant>
        <vt:i4>3</vt:i4>
      </vt:variant>
      <vt:variant>
        <vt:lpstr>Tema</vt:lpstr>
      </vt:variant>
      <vt:variant>
        <vt:i4>1</vt:i4>
      </vt:variant>
      <vt:variant>
        <vt:lpstr>Lysbildetitler</vt:lpstr>
      </vt:variant>
      <vt:variant>
        <vt:i4>8</vt:i4>
      </vt:variant>
    </vt:vector>
  </HeadingPairs>
  <TitlesOfParts>
    <vt:vector size="12" baseType="lpstr">
      <vt:lpstr>Aptos</vt:lpstr>
      <vt:lpstr>Aptos Display</vt:lpstr>
      <vt:lpstr>Arial</vt:lpstr>
      <vt:lpstr>Office-tema</vt:lpstr>
      <vt:lpstr>Envision-IT</vt:lpstr>
      <vt:lpstr>«Mitt hjem» - ett system for ditt bygg</vt:lpstr>
      <vt:lpstr>«Mitt hjem» - prismodell</vt:lpstr>
      <vt:lpstr>Verktøykassen «Mitt prosjekt»</vt:lpstr>
      <vt:lpstr>«Mitt prosjekt» - åpenhet og ærlighet satt i system</vt:lpstr>
      <vt:lpstr>Vårt fagkontor – din trygghet</vt:lpstr>
      <vt:lpstr>Vårt produksjonskontor – din trygghet</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Bjarte Nysæter Svensen</dc:creator>
  <cp:lastModifiedBy>Bjarte Nysæter Svensen</cp:lastModifiedBy>
  <cp:revision>1</cp:revision>
  <dcterms:created xsi:type="dcterms:W3CDTF">2024-06-14T10:05:00Z</dcterms:created>
  <dcterms:modified xsi:type="dcterms:W3CDTF">2024-06-18T09:39:13Z</dcterms:modified>
</cp:coreProperties>
</file>